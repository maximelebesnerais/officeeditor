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ffec47e0f624a08" /><Relationship Type="http://schemas.openxmlformats.org/package/2006/relationships/metadata/core-properties" Target="/package/services/metadata/core-properties/eaeb7e4a1ff64b19ab040a67a9a8f6be.psmdcp" Id="Rae74008a834b47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bb78730d384316"/>
  </p:sldMasterIdLst>
  <p:sldIdLst>
    <p:sldId xmlns:r="http://schemas.openxmlformats.org/officeDocument/2006/relationships" id="257" r:id="Re0cf4a96895c4034"/>
    <p:sldId xmlns:r="http://schemas.openxmlformats.org/officeDocument/2006/relationships" id="258" r:id="Rb9af413a07984d74"/>
    <p:sldId xmlns:r="http://schemas.openxmlformats.org/officeDocument/2006/relationships" id="259" r:id="R1326a6a6d37540af"/>
    <p:sldId xmlns:r="http://schemas.openxmlformats.org/officeDocument/2006/relationships" id="260" r:id="R8dc84cfa0ecb4622"/>
    <p:sldId xmlns:r="http://schemas.openxmlformats.org/officeDocument/2006/relationships" id="261" r:id="R0dd34dd2e73749c5"/>
    <p:sldId xmlns:r="http://schemas.openxmlformats.org/officeDocument/2006/relationships" id="262" r:id="Ra2549a478f3246c3"/>
    <p:sldId xmlns:r="http://schemas.openxmlformats.org/officeDocument/2006/relationships" id="263" r:id="Ra1af5f467be546cf"/>
    <p:sldId xmlns:r="http://schemas.openxmlformats.org/officeDocument/2006/relationships" id="264" r:id="R71a111f6a44645c4"/>
    <p:sldId xmlns:r="http://schemas.openxmlformats.org/officeDocument/2006/relationships" id="265" r:id="R2ca5d28a30f041db"/>
    <p:sldId xmlns:r="http://schemas.openxmlformats.org/officeDocument/2006/relationships" id="266" r:id="R3ae02855ed244609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b78730d384316" /><Relationship Type="http://schemas.openxmlformats.org/officeDocument/2006/relationships/slide" Target="/ppt/slides/slide1.xml" Id="Re0cf4a96895c4034" /><Relationship Type="http://schemas.openxmlformats.org/officeDocument/2006/relationships/slide" Target="/ppt/slides/slide2.xml" Id="Rb9af413a07984d74" /><Relationship Type="http://schemas.openxmlformats.org/officeDocument/2006/relationships/slide" Target="/ppt/slides/slide3.xml" Id="R1326a6a6d37540af" /><Relationship Type="http://schemas.openxmlformats.org/officeDocument/2006/relationships/slide" Target="/ppt/slides/slide4.xml" Id="R8dc84cfa0ecb4622" /><Relationship Type="http://schemas.openxmlformats.org/officeDocument/2006/relationships/slide" Target="/ppt/slides/slide5.xml" Id="R0dd34dd2e73749c5" /><Relationship Type="http://schemas.openxmlformats.org/officeDocument/2006/relationships/slide" Target="/ppt/slides/slide6.xml" Id="Ra2549a478f3246c3" /><Relationship Type="http://schemas.openxmlformats.org/officeDocument/2006/relationships/slide" Target="/ppt/slides/slide7.xml" Id="Ra1af5f467be546cf" /><Relationship Type="http://schemas.openxmlformats.org/officeDocument/2006/relationships/slide" Target="/ppt/slides/slide8.xml" Id="R71a111f6a44645c4" /><Relationship Type="http://schemas.openxmlformats.org/officeDocument/2006/relationships/slide" Target="/ppt/slides/slide9.xml" Id="R2ca5d28a30f041db" /><Relationship Type="http://schemas.openxmlformats.org/officeDocument/2006/relationships/slide" Target="/ppt/slides/slide10.xml" Id="R3ae02855ed24460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d92a3c9444ae1" /></Relationships>
</file>

<file path=ppt/slideLayouts/slideLayout1.xml><?xml version="1.0" encoding="utf-8"?>
<p:sldLayout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b8e2a03d943fc" /><Relationship Type="http://schemas.openxmlformats.org/officeDocument/2006/relationships/theme" Target="/ppt/slideMasters/theme/theme1.xml" Id="R51fab2e9ed1c4264" /></Relationships>
</file>

<file path=ppt/slideMasters/slideMaster1.xml><?xml version="1.0" encoding="utf-8"?>
<p:sldMaster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" name="Title Placeholder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7b8e2a03d943fc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  <a:ln w="12700" cap="flat" cmpd="sng">
          <a:solidFill>
            <a:schemeClr val="phClr"/>
          </a:solidFill>
          <a:prstDash val="solid"/>
        </a:ln>
        <a:ln w="1905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/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9b4922d8d41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4a01769d24c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b4a22651a4c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b96f0e8c942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ed92b640843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cb090015f42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eaf75278a49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60a2b37284f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443fd331246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043db440e447f" /></Relationships>
</file>

<file path=ppt/slides/slide1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OfficeEditor</a:t>
            </a:r>
          </a:p>
        </p:txBody>
      </p:sp>
      <p:sp>
        <p:nvSpPr>
          <p:cNvPr id="11" name="Sub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In-process PPTX rendering.
No LibreOffice. Milliseconds, not seconds.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Thesis</a:t>
            </a:r>
          </a:p>
        </p:txBody>
      </p:sp>
      <p:sp>
        <p:nvSpPr>
          <p:cNvPr id="11" name="Bullet Lis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Arial"/>
              <a:buChar char="•"/>
            </a:pPr>
            <a:r>
              <a:t>Instant preview beats perfect preview.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&lt;500ms at ~12% RMSE wins over 15s at 2% RMSE.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Preview is for iteration — the rebuilt PPTX is the deliverable.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Performance: OfficeEditor vs LibreOffice</a:t>
            </a:r>
          </a:p>
        </p:txBody>
      </p:sp>
      <p:graphicFrame>
        <p:nvGraphicFramePr>
          <p:cNvPr id="11" name="Table"/>
          <p:cNvGraphicFramePr/>
          <p:nvPr/>
        </p:nvGraphicFramePr>
        <p:xfrm>
          <a:off xmlns:a="http://schemas.openxmlformats.org/drawingml/2006/main" x="0" y="1440000"/>
          <a:ext xmlns:a="http://schemas.openxmlformats.org/drawingml/2006/main" cx="7200000" cy="3600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800000"/>
                <a:gridCol w="1800000"/>
                <a:gridCol w="1800000"/>
                <a:gridCol w="1800000"/>
              </a:tblGrid>
              <a:tr h="370840">
                <a:tc>
                  <a:txBody>
                    <a:bodyPr/>
                    <a:lstStyle/>
                    <a:p>
                      <a:r>
                        <a:t>Deck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OfficeEditor warm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LibreOffice warm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Speedup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Presentation1 (8 slides)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105.1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1336.6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12.7x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pres-pro (16 slides)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117.2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1807.5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15.4x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Cached slide preview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~1.5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Fidelity</a:t>
            </a:r>
          </a:p>
        </p:txBody>
      </p:sp>
      <p:graphicFrame>
        <p:nvGraphicFramePr>
          <p:cNvPr id="11" name="Table"/>
          <p:cNvGraphicFramePr/>
          <p:nvPr/>
        </p:nvGraphicFramePr>
        <p:xfrm>
          <a:off xmlns:a="http://schemas.openxmlformats.org/drawingml/2006/main" x="0" y="1440000"/>
          <a:ext xmlns:a="http://schemas.openxmlformats.org/drawingml/2006/main" cx="7200000" cy="3600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800000"/>
                <a:gridCol w="1800000"/>
                <a:gridCol w="1800000"/>
                <a:gridCol w="1800000"/>
              </a:tblGrid>
              <a:tr h="370840">
                <a:tc>
                  <a:txBody>
                    <a:bodyPr/>
                    <a:lstStyle/>
                    <a:p>
                      <a:r>
                        <a:t>Deck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Presentation1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Background + circles correct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pres-pro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Text-heavy; line-spacing / font metrics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pitch-deck (this deck)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12-slide corporate format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5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Shipped — Phase 4</a:t>
            </a:r>
          </a:p>
        </p:txBody>
      </p:sp>
      <p:sp>
        <p:nvSpPr>
          <p:cNvPr id="11" name="Bullet Lis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Arial"/>
              <a:buChar char="•"/>
            </a:pPr>
            <a:r>
              <a:t>Per-slide PNG/SVG preview (ETag/304, ppi-aware caching)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Latency engineering: font cache, per-slide Typst emission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Instruction engine: validate-then-execute edits via JSON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Anatomy endpoint — element positions, ids, text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TextFitService: wrap simulation + normAutofit emulation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Image fits: fill (center-crop), crop, contain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Slide ops: move, duplicate, delete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BrandProfileExtractor: theme colors, fonts, styles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MCP stdio host for AI-agent tooling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— The Employer Integration</a:t>
            </a:r>
          </a:p>
        </p:txBody>
      </p:sp>
      <p:sp>
        <p:nvSpPr>
          <p:cNvPr id="11" name="Bullet Lis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Arial"/>
              <a:buChar char="•"/>
            </a:pPr>
            <a:r>
              <a:t>Stateless Core, stateful API — safe for concurrent calls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TypstBridge (Rust native + P/Invoke) — zero external processes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30-min sliding deck sessions with per-deck locking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POST /api/decks → anatomy → edit → preview → download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No LibreOffice. No licensing. No process management.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Preview-only rendering tricks never touch the PPTX download.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We Built It</a:t>
            </a:r>
          </a:p>
        </p:txBody>
      </p:sp>
      <p:sp>
        <p:nvSpPr>
          <p:cNvPr id="11" name="Bullet Lis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Arial"/>
              <a:buChar char="•"/>
            </a:pPr>
            <a:r>
              <a:t>12 workstreams, 4 staged merge waves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Git worktree isolation → zero merge conflicts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844 unit + integration tests gated at every merge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Visual-diff RMSE gate on both REF decks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0 integration-revert cycles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1 caught regression (image native sizing), fixed in 1 commit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Next: Font Metric-Fitting</a:t>
            </a:r>
          </a:p>
        </p:txBody>
      </p:sp>
      <p:sp>
        <p:nvSpPr>
          <p:cNvPr id="11" name="Bullet Lis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Arial"/>
              <a:buChar char="•"/>
            </a:pPr>
            <a:r>
              <a:t>Problem: Aptos (new Office default) has no metric-compatible clone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Font census → build adapted TTF (metrics only, OFL outlines)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Per-glyph width fit within tolerance, line-break diff &lt;1%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Preview-only — adapted fonts never enter the output PPTX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Complex scripts + icon fonts: fallback + warning, never clone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Estimated scope: L (depends on font census results)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Cost &amp; Status</a:t>
            </a:r>
          </a:p>
        </p:txBody>
      </p:sp>
      <p:graphicFrame>
        <p:nvGraphicFramePr>
          <p:cNvPr id="11" name="Table"/>
          <p:cNvGraphicFramePr/>
          <p:nvPr/>
        </p:nvGraphicFramePr>
        <p:xfrm>
          <a:off xmlns:a="http://schemas.openxmlformats.org/drawingml/2006/main" x="0" y="1440000"/>
          <a:ext xmlns:a="http://schemas.openxmlformats.org/drawingml/2006/main" cx="7200000" cy="3600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600000"/>
                <a:gridCol w="3600000"/>
              </a:tblGrid>
              <a:tr h="37084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 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Workstreams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External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New 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flagged (comemo, already transitive)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License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Pre-1.0, all merges green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10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</a:t>
            </a:r>
          </a:p>
        </p:txBody>
      </p:sp>
      <p:sp>
        <p:nvSpPr>
          <p:cNvPr id="11" name="Sub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github.com/maximeleb/OfficeEditor
Instant preview. Boring integration. Open source.</a:t>
            </a:r>
          </a:p>
        </p:txBody>
      </p:sp>
    </p:spTree>
  </p:cSld>
</p:sld>
</file>