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1dd2493d94f4164" /><Relationship Type="http://schemas.openxmlformats.org/package/2006/relationships/metadata/core-properties" Target="/package/services/metadata/core-properties/be8d24356a9e42939a5e834dcc22cd12.psmdcp" Id="R9fc6def6971a413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65c67a6d112140b6"/>
  </p:sldMasterIdLst>
  <p:sldIdLst>
    <p:sldId xmlns:r="http://schemas.openxmlformats.org/officeDocument/2006/relationships" id="257" r:id="Rd327368921f647fd"/>
    <p:sldId xmlns:r="http://schemas.openxmlformats.org/officeDocument/2006/relationships" id="258" r:id="R776e129162ad4a92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67a6d112140b6" /><Relationship Type="http://schemas.openxmlformats.org/officeDocument/2006/relationships/slide" Target="/ppt/slides/slide1.xml" Id="Rd327368921f647fd" /><Relationship Type="http://schemas.openxmlformats.org/officeDocument/2006/relationships/slide" Target="/ppt/slides/slide2.xml" Id="R776e129162ad4a9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5cd7ccda04a4f" 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d2176680442f" /><Relationship Type="http://schemas.openxmlformats.org/officeDocument/2006/relationships/theme" Target="/ppt/slideMasters/theme/theme1.xml" Id="Rd0368924a23d479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4d2176680442f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41fdba45d46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267cf08864ed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Typst Source Export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 the generated code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it works</a:t>
            </a:r>
          </a:p>
        </p:txBody>
      </p:sp>
      <p:sp>
        <p:nvSpPr>
          <p:cNvPr id="11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Extract PPTX content</a:t>
            </a:r>
          </a:p>
        </p:txBody>
      </p:sp>
      <p:sp>
        <p:nvSpPr>
          <p:cNvPr id="12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Convert to Typst elements</a:t>
            </a:r>
          </a:p>
        </p:txBody>
      </p:sp>
      <p:sp>
        <p:nvSpPr>
          <p:cNvPr id="1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Generate Typst source</a:t>
            </a:r>
          </a:p>
        </p:txBody>
      </p:sp>
      <p:sp>
        <p:nvSpPr>
          <p:cNvPr id="1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Compile with typstsharp</a:t>
            </a:r>
          </a:p>
        </p:txBody>
      </p:sp>
    </p:spTree>
  </p:cSld>
</p:sld>
</file>