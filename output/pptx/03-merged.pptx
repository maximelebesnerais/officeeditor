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97977dcce7e4c03" /><Relationship Type="http://schemas.openxmlformats.org/package/2006/relationships/metadata/core-properties" Target="/package/services/metadata/core-properties/39629884aa8f421f87da0c7e0c9966e8.psmdcp" Id="R37b7f184f29e49e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5e0690be4aac4fd5"/>
  </p:sldMasterIdLst>
  <p:sldIdLst>
    <p:sldId xmlns:r="http://schemas.openxmlformats.org/officeDocument/2006/relationships" id="257" r:id="Rbce9482876f44f35"/>
    <p:sldId xmlns:r="http://schemas.openxmlformats.org/officeDocument/2006/relationships" id="258" r:id="R1c5d21dafa90469d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690be4aac4fd5" /><Relationship Type="http://schemas.openxmlformats.org/officeDocument/2006/relationships/slide" Target="/ppt/slides/slide1.xml" Id="Rbce9482876f44f35" /><Relationship Type="http://schemas.openxmlformats.org/officeDocument/2006/relationships/slide" Target="/ppt/slides/slide2.xml" Id="R1c5d21dafa90469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71559e4c041e6" /></Relationships>
</file>

<file path=ppt/slideLayouts/slideLayout1.xml><?xml version="1.0" encoding="utf-8"?>
<p:sldLayout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b6b6e7406471d" /><Relationship Type="http://schemas.openxmlformats.org/officeDocument/2006/relationships/theme" Target="/ppt/slideMasters/theme/theme1.xml" Id="R9f7d13c02e324bfb" /></Relationships>
</file>

<file path=ppt/slideMasters/slideMaster1.xml><?xml version="1.0" encoding="utf-8"?>
<p:sldMaster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" name="Title Placeholder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4b6b6e7406471d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  <a:ln w="12700" cap="flat" cmpd="sng">
          <a:solidFill>
            <a:schemeClr val="phClr"/>
          </a:solidFill>
          <a:prstDash val="solid"/>
        </a:ln>
        <a:ln w="19050" cap="flat" cmpd="sng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/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f537ad8ad41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983603db54600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TechCorp Inc.</a:t>
            </a:r>
          </a:p>
        </p:txBody>
      </p:sp>
      <p:sp>
        <p:nvSpPr>
          <p:cNvPr id="11" name="Sub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Presented by Jane Smith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Cloud Migration</a:t>
            </a:r>
          </a:p>
        </p:txBody>
      </p:sp>
      <p:sp>
        <p:nvSpPr>
          <p:cNvPr id="11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$500,000</a:t>
            </a:r>
          </a:p>
        </p:txBody>
      </p:sp>
      <p:sp>
        <p:nvSpPr>
          <p:cNvPr id="12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Timeline: 6 months</a:t>
            </a:r>
          </a:p>
        </p:txBody>
      </p:sp>
      <p:sp>
        <p:nvSpPr>
          <p:cNvPr id="13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On Track</a:t>
            </a:r>
          </a:p>
        </p:txBody>
      </p:sp>
    </p:spTree>
  </p:cSld>
</p:sld>
</file>