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2a9cf1b8f94bfe" /><Relationship Type="http://schemas.openxmlformats.org/package/2006/relationships/metadata/core-properties" Target="/package/services/metadata/core-properties/4288ebec8bbc482fb5bd342ee12c1508.psmdcp" Id="R678b08dc3841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09449c03b42b2"/>
  </p:sldMasterIdLst>
  <p:sldIdLst>
    <p:sldId xmlns:r="http://schemas.openxmlformats.org/officeDocument/2006/relationships" id="257" r:id="R2ca0554b7e144ba5"/>
    <p:sldId xmlns:r="http://schemas.openxmlformats.org/officeDocument/2006/relationships" id="258" r:id="R93fd05ac42bc40ae"/>
    <p:sldId xmlns:r="http://schemas.openxmlformats.org/officeDocument/2006/relationships" id="259" r:id="Rcff4470ac4d24a6d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09449c03b42b2" /><Relationship Type="http://schemas.openxmlformats.org/officeDocument/2006/relationships/slide" Target="/ppt/slides/slide1.xml" Id="R2ca0554b7e144ba5" /><Relationship Type="http://schemas.openxmlformats.org/officeDocument/2006/relationships/slide" Target="/ppt/slides/slide2.xml" Id="R93fd05ac42bc40ae" /><Relationship Type="http://schemas.openxmlformats.org/officeDocument/2006/relationships/slide" Target="/ppt/slides/slide3.xml" Id="Rcff4470ac4d24a6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df3922fc642d0" /></Relationships>
</file>

<file path=ppt/slideLayouts/slideLayout1.xml><?xml version="1.0" encoding="utf-8"?>
<p:sldLayout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c05a6710d443c" /><Relationship Type="http://schemas.openxmlformats.org/officeDocument/2006/relationships/theme" Target="/ppt/slideMasters/theme/theme1.xml" Id="R5f7f2874593c4536" /></Relationships>
</file>

<file path=ppt/slideMasters/slideMaster1.xml><?xml version="1.0" encoding="utf-8"?>
<p:sldMaster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c05a6710d443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2f4aff20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4173555ea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66de82bdb46cd" /></Relationships>
</file>

<file path=ppt/slides/slide1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 Sales Report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 Performance Review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by Region</a:t>
            </a:r>
          </a:p>
        </p:txBody>
      </p:sp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200000"/>
                <a:gridCol w="1200000"/>
                <a:gridCol w="1200000"/>
                <a:gridCol w="1200000"/>
                <a:gridCol w="1200000"/>
                <a:gridCol w="1200000"/>
              </a:tblGrid>
              <a:tr h="3708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$470K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$410K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$460K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$530K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 Priorities</a:t>
            </a:r>
          </a:p>
        </p:txBody>
      </p:sp>
      <p:sp>
        <p:nvSpPr>
          <p:cNvPr id="11" name="Numbered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AutoNum type="arabicPeriod"/>
            </a:pPr>
            <a:r>
              <a:t>Expand to new markets</a:t>
            </a:r>
          </a:p>
          <a:p xmlns:a="http://schemas.openxmlformats.org/drawingml/2006/main">
            <a:pPr>
              <a:buAutoNum type="arabicPeriod"/>
            </a:pPr>
            <a:r>
              <a:t>Improve customer retention</a:t>
            </a:r>
          </a:p>
          <a:p xmlns:a="http://schemas.openxmlformats.org/drawingml/2006/main">
            <a:pPr>
              <a:buAutoNum type="arabicPeriod"/>
            </a:pPr>
            <a:r>
              <a:t>Launch new product line</a:t>
            </a:r>
          </a:p>
          <a:p xmlns:a="http://schemas.openxmlformats.org/drawingml/2006/main">
            <a:pPr>
              <a:buAutoNum type="arabicPeriod"/>
            </a:pPr>
            <a:r>
              <a:t>Optimize operations</a:t>
            </a:r>
          </a:p>
        </p:txBody>
      </p:sp>
    </p:spTree>
  </p:cSld>
</p:sld>
</file>