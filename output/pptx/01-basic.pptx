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smdcp" ContentType="application/vnd.openxmlformats-package.core-properties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f25804ee33745b2" /><Relationship Type="http://schemas.openxmlformats.org/package/2006/relationships/metadata/core-properties" Target="/package/services/metadata/core-properties/e98c3f1b5d0f48f3a1269d8d0808dd29.psmdcp" Id="Re85d2190167845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e0f496099d4806"/>
  </p:sldMasterIdLst>
  <p:sldIdLst>
    <p:sldId xmlns:r="http://schemas.openxmlformats.org/officeDocument/2006/relationships" id="257" r:id="Rc754838666c44212"/>
    <p:sldId xmlns:r="http://schemas.openxmlformats.org/officeDocument/2006/relationships" id="258" r:id="R186c992b2f744e06"/>
    <p:sldId xmlns:r="http://schemas.openxmlformats.org/officeDocument/2006/relationships" id="259" r:id="Rbcdb262521194eaa"/>
  </p:sldIdLst>
  <p:sldSz cx="9144000" cy="6858000" type="screen4x3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e0f496099d4806" /><Relationship Type="http://schemas.openxmlformats.org/officeDocument/2006/relationships/slide" Target="/ppt/slides/slide1.xml" Id="Rc754838666c44212" /><Relationship Type="http://schemas.openxmlformats.org/officeDocument/2006/relationships/slide" Target="/ppt/slides/slide2.xml" Id="R186c992b2f744e06" /><Relationship Type="http://schemas.openxmlformats.org/officeDocument/2006/relationships/slide" Target="/ppt/slides/slide3.xml" Id="Rbcdb262521194eaa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826e3805a94372" /></Relationships>
</file>

<file path=ppt/slideLayouts/slideLayout1.xml><?xml version="1.0" encoding="utf-8"?>
<p:sldLayout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88d9d9fbf4c74" /><Relationship Type="http://schemas.openxmlformats.org/officeDocument/2006/relationships/theme" Target="/ppt/slideMasters/theme/theme1.xml" Id="R11a2f6b871da49ea" /></Relationships>
</file>

<file path=ppt/slideMasters/slideMaster1.xml><?xml version="1.0" encoding="utf-8"?>
<p:sldMaster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" name="Title Placeholder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Content Placeholder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c88d9d9fbf4c74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/>
        <a:noFill/>
      </a:fillStyleLst>
      <a:lnStyleLst>
        <a:ln w="6350" cap="flat" cmpd="sng">
          <a:solidFill>
            <a:schemeClr val="phClr"/>
          </a:solidFill>
          <a:prstDash val="solid"/>
        </a:ln>
        <a:ln w="12700" cap="flat" cmpd="sng">
          <a:solidFill>
            <a:schemeClr val="phClr"/>
          </a:solidFill>
          <a:prstDash val="solid"/>
        </a:ln>
        <a:ln w="19050" cap="flat" cmpd="sng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/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c5a667cca46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d9dd01a6c49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fdc44f4e24c7a" /></Relationships>
</file>

<file path=ppt/slides/slide1.xml><?xml version="1.0" encoding="utf-8"?>
<p:sld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OfficeEditor Presentation</a:t>
            </a:r>
          </a:p>
        </p:txBody>
      </p:sp>
      <p:sp>
        <p:nvSpPr>
          <p:cNvPr id="11" name="Sub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000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Created with Fluent C# API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Features</a:t>
            </a:r>
          </a:p>
        </p:txBody>
      </p:sp>
      <p:sp>
        <p:nvSpPr>
          <p:cNvPr id="11" name="Bullet Lis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Font typeface="Arial"/>
              <a:buChar char="•"/>
            </a:pPr>
            <a:r>
              <a:t>Easy slide creation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Multiple content types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Variable detection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Typst export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Getting Started</a:t>
            </a:r>
          </a:p>
        </p:txBody>
      </p:sp>
      <p:sp>
        <p:nvSpPr>
          <p:cNvPr id="11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Install the NuGet package</a:t>
            </a:r>
          </a:p>
        </p:txBody>
      </p:sp>
      <p:sp>
        <p:nvSpPr>
          <p:cNvPr id="12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Create a PresentationBuilder</a:t>
            </a:r>
          </a:p>
        </p:txBody>
      </p:sp>
      <p:sp>
        <p:nvSpPr>
          <p:cNvPr id="13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Add slides and content</a:t>
            </a:r>
          </a:p>
        </p:txBody>
      </p:sp>
      <p:sp>
        <p:nvSpPr>
          <p:cNvPr id="14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Save or export</a:t>
            </a:r>
          </a:p>
        </p:txBody>
      </p:sp>
    </p:spTree>
  </p:cSld>
</p:sld>
</file>