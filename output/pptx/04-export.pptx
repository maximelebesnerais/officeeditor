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f0c0250eef142ae" /><Relationship Type="http://schemas.openxmlformats.org/package/2006/relationships/metadata/core-properties" Target="/package/services/metadata/core-properties/e920ae7a4a1a4f1abf180520e0690b9e.psmdcp" Id="R5f643ff93dd3437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27762380b63f4fde"/>
  </p:sldMasterIdLst>
  <p:sldIdLst>
    <p:sldId xmlns:r="http://schemas.openxmlformats.org/officeDocument/2006/relationships" id="257" r:id="Ref5239f6a95d41dc"/>
    <p:sldId xmlns:r="http://schemas.openxmlformats.org/officeDocument/2006/relationships" id="258" r:id="R427c1fd67006449a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62380b63f4fde" /><Relationship Type="http://schemas.openxmlformats.org/officeDocument/2006/relationships/slide" Target="/ppt/slides/slide1.xml" Id="Ref5239f6a95d41dc" /><Relationship Type="http://schemas.openxmlformats.org/officeDocument/2006/relationships/slide" Target="/ppt/slides/slide2.xml" Id="R427c1fd67006449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db7d5e7144579" /></Relationships>
</file>

<file path=ppt/slideLayouts/slideLayout1.xml><?xml version="1.0" encoding="utf-8"?>
<p:sldLayout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97d47016f4c3d" /><Relationship Type="http://schemas.openxmlformats.org/officeDocument/2006/relationships/theme" Target="/ppt/slideMasters/theme/theme1.xml" Id="R9647498bfc3147ba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197d47016f4c3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65ab85517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c5b70d7b942f4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 Export Demo</a:t>
            </a:r>
          </a:p>
        </p:txBody>
      </p:sp>
      <p:sp>
        <p:nvSpPr>
          <p:cNvPr id="11" name="Sub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Using Typst Integration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0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Features</a:t>
            </a:r>
          </a:p>
        </p:txBody>
      </p:sp>
      <p:sp>
        <p:nvSpPr>
          <p:cNvPr id="11" name="Bullet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t>High-fidelity PDF output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Preserves formatting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Embeds fonts and images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Fast compilation</a:t>
            </a:r>
          </a:p>
        </p:txBody>
      </p:sp>
    </p:spTree>
  </p:cSld>
</p:sld>
</file>