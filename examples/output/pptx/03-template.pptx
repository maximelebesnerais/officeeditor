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6a4b9365f924e52" 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xmlns:r="http://schemas.openxmlformats.org/officeDocument/2006/relationships" id="257" r:id="R2b6707ca00e941f2"/>
    <p:sldId xmlns:r="http://schemas.openxmlformats.org/officeDocument/2006/relationships" id="258" r:id="R0e7ba70c569f4642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2dd004cf74415" /><Relationship Type="http://schemas.openxmlformats.org/officeDocument/2006/relationships/slide" Target="/ppt/slides/slide1.xml" Id="R2b6707ca00e941f2" /><Relationship Type="http://schemas.openxmlformats.org/officeDocument/2006/relationships/slide" Target="/ppt/slides/slide2.xml" Id="R0e7ba70c569f4642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d1a0f50844664" /><Relationship Type="http://schemas.openxmlformats.org/officeDocument/2006/relationships/theme" Target="/ppt/slideMasters/theme/theme1.xml" Id="R3364bfbfd0844a0d" /></Relationships>
</file>

<file path=ppt/slideMasters/slideMaster1.xml><?xml version="1.0" encoding="utf-8"?>
<p:sldMaster xmlns:p="http://schemas.openxmlformats.org/presentationml/2006/main">
  <p:cSld>
    <p:spTree>
      <p:sp>
        <p:nvSpPr>
          <p:cNvPr id="1" name="Title Placeholder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/>
  <p:sldLayoutIdLst>
    <p:sldLayoutId xmlns:r="http://schemas.openxmlformats.org/officeDocument/2006/relationships" id="1" r:id="R7c1d1a0f50844664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31c6ce8ab41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938fd689c4f56" 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TechCorp Inc.</a:t>
            </a:r>
          </a:p>
        </p:txBody>
      </p:sp>
      <p:sp>
        <p:nvSpPr>
          <a:cNvPr xmlns:a="http://schemas.openxmlformats.org/drawingml/2006/main" id="11" name="Sub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Jane Smith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Cloud Migration</a:t>
            </a:r>
          </a:p>
        </p:txBody>
      </p:sp>
      <p:sp>
        <p:nvSpPr>
          <a:cNvPr xmlns:a="http://schemas.openxmlformats.org/drawingml/2006/main" id="11" name="Tex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$500,000</a:t>
            </a:r>
          </a:p>
        </p:txBody>
      </p:sp>
      <p:sp>
        <p:nvSpPr>
          <a:cNvPr xmlns:a="http://schemas.openxmlformats.org/drawingml/2006/main" id="12" name="Tex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Timeline: 6 months</a:t>
            </a:r>
          </a:p>
        </p:txBody>
      </p:sp>
      <p:sp>
        <p:nvSpPr>
          <a:cNvPr xmlns:a="http://schemas.openxmlformats.org/drawingml/2006/main" id="13" name="Tex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On Track</a:t>
            </a:r>
          </a:p>
        </p:txBody>
      </p:sp>
    </p:spTree>
  </p:cSld>
</p:sld>
</file>