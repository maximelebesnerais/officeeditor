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Masters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e26db26b5ade48a5" /></Relationships>
</file>

<file path=ppt/presentation.xml><?xml version="1.0" encoding="utf-8"?>
<p:presentation xmlns:r="http://schemas.openxmlformats.org/officeDocument/2006/relationships" xmlns:p="http://schemas.openxmlformats.org/presentationml/2006/main">
  <p:sldIdLst>
    <p:sldId xmlns:r="http://schemas.openxmlformats.org/officeDocument/2006/relationships" id="257" r:id="R2ad59c1364954c5c"/>
    <p:sldId xmlns:r="http://schemas.openxmlformats.org/officeDocument/2006/relationships" id="258" r:id="Ree7fa4e9cf024888"/>
  </p:sldIdLst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e2d9dc1f6764d05" /><Relationship Type="http://schemas.openxmlformats.org/officeDocument/2006/relationships/slide" Target="/ppt/slides/slide1.xml" Id="R2ad59c1364954c5c" /><Relationship Type="http://schemas.openxmlformats.org/officeDocument/2006/relationships/slide" Target="/ppt/slides/slide2.xml" Id="Ree7fa4e9cf024888" /></Relationships>
</file>

<file path=ppt/slideLayouts/slideLayout1.xml><?xml version="1.0" encoding="utf-8"?>
<p:sldLayout xmlns:p="http://schemas.openxmlformats.org/presentationml/2006/main">
  <p:cSld>
    <p:spTree/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5378ed255c4f44" /><Relationship Type="http://schemas.openxmlformats.org/officeDocument/2006/relationships/theme" Target="/ppt/slideMasters/theme/theme1.xml" Id="R7d7dbfc793f14015" /></Relationships>
</file>

<file path=ppt/slideMasters/slideMaster1.xml><?xml version="1.0" encoding="utf-8"?>
<p:sldMaster xmlns:p="http://schemas.openxmlformats.org/presentationml/2006/main">
  <p:cSld>
    <p:spTree>
      <p:sp>
        <p:nvSpPr>
          <p:cNvPr id="1" name="Title Placeholder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" name="Content Placeholder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/>
  <p:sldLayoutIdLst>
    <p:sldLayoutId xmlns:r="http://schemas.openxmlformats.org/officeDocument/2006/relationships" id="1" r:id="R6b5378ed255c4f44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</a:majorFont>
      <a:minorFont>
        <a:latin typeface="Calibri"/>
      </a:minorFont>
    </a:fontScheme>
    <a:fmtScheme name="Office">
      <a:fillStyleLst>
        <a:solidFill>
          <a:schemeClr val="phClr"/>
        </a:solidFill>
        <a:gradFill/>
        <a:noFill/>
      </a:fillStyleLst>
      <a:lnStyleLst>
        <a:ln w="6350" cap="flat" cmpd="sng">
          <a:solidFill>
            <a:schemeClr val="phClr"/>
          </a:solidFill>
          <a:prstDash val="solid"/>
        </a:ln>
      </a:lnStyleLst>
      <a:effectStyleLst>
        <a:effectStyle/>
      </a:effectStyleLst>
      <a:bgFillStyleLst>
        <a:solidFill>
          <a:schemeClr val="phClr"/>
        </a:solidFill>
      </a:bgFillStyleLst>
    </a:fmtScheme>
  </a:themeElements>
  <a:objectDefaults/>
  <a:extraClrSchemeLst/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1cde0cd6f446d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95c2e56f8145f1" /></Relationships>
</file>

<file path=ppt/slides/slide1.xml><?xml version="1.0" encoding="utf-8"?>
<p:sld xmlns:a="http://schemas.openxmlformats.org/drawingml/2006/main" xmlns:p="http://schemas.openxmlformats.org/presentationml/2006/main">
  <p:cSld>
    <p:spTree>
      <p:sp>
        <p:nvSpPr>
          <a:cNvPr xmlns:a="http://schemas.openxmlformats.org/drawingml/2006/main" id="10" name="Title"/>
          <a:cNvSpPr xmlns:a="http://schemas.openxmlformats.org/drawingml/2006/main">
            <a:spLocks noGrp="1"/>
          </a:cNvSpPr>
          <p:nvPr/>
        </p:nvSpPr>
        <p:spPr>
          <a:xfrm xmlns:a="http://schemas.openxmlformats.org/drawingml/2006/main">
            <a:off x="0" y="0"/>
            <a:ext cx="7200000" cy="72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Welcome TechCorp Inc.</a:t>
            </a:r>
          </a:p>
        </p:txBody>
      </p:sp>
      <p:sp>
        <p:nvSpPr>
          <a:cNvPr xmlns:a="http://schemas.openxmlformats.org/drawingml/2006/main" id="11" name="Subtitle"/>
          <a:cNvSpPr xmlns:a="http://schemas.openxmlformats.org/drawingml/2006/main">
            <a:spLocks noGrp="1"/>
          </a:cNvSpPr>
          <p:nvPr/>
        </p:nvSpPr>
        <p:spPr>
          <a:xfrm xmlns:a="http://schemas.openxmlformats.org/drawingml/2006/main">
            <a:off x="0" y="720000"/>
            <a:ext cx="7200000" cy="72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Presented by Jane Smith</a:t>
            </a:r>
          </a:p>
        </p:txBody>
      </p:sp>
    </p:spTree>
  </p:cSld>
</p:sld>
</file>

<file path=ppt/slides/slide2.xml><?xml version="1.0" encoding="utf-8"?>
<p:sld xmlns:a="http://schemas.openxmlformats.org/drawingml/2006/main" xmlns:p="http://schemas.openxmlformats.org/presentationml/2006/main">
  <p:cSld>
    <p:spTree>
      <p:sp>
        <p:nvSpPr>
          <a:cNvPr xmlns:a="http://schemas.openxmlformats.org/drawingml/2006/main" id="10" name="Title"/>
          <a:cNvSpPr xmlns:a="http://schemas.openxmlformats.org/drawingml/2006/main">
            <a:spLocks noGrp="1"/>
          </a:cNvSpPr>
          <p:nvPr/>
        </p:nvSpPr>
        <p:spPr>
          <a:xfrm xmlns:a="http://schemas.openxmlformats.org/drawingml/2006/main">
            <a:off x="0" y="0"/>
            <a:ext cx="7200000" cy="72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Project: Cloud Migration</a:t>
            </a:r>
          </a:p>
        </p:txBody>
      </p:sp>
      <p:sp>
        <p:nvSpPr>
          <a:cNvPr xmlns:a="http://schemas.openxmlformats.org/drawingml/2006/main" id="11" name="Text"/>
          <a:cNvSpPr xmlns:a="http://schemas.openxmlformats.org/drawingml/2006/main">
            <a:spLocks noGrp="1"/>
          </a:cNvSpPr>
          <p:nvPr/>
        </p:nvSpPr>
        <p:spPr>
          <a:xfrm xmlns:a="http://schemas.openxmlformats.org/drawingml/2006/main">
            <a:off x="0" y="1440000"/>
            <a:ext cx="7200000" cy="36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Budget: $500,000</a:t>
            </a:r>
          </a:p>
        </p:txBody>
      </p:sp>
      <p:sp>
        <p:nvSpPr>
          <a:cNvPr xmlns:a="http://schemas.openxmlformats.org/drawingml/2006/main" id="12" name="Text"/>
          <a:cNvSpPr xmlns:a="http://schemas.openxmlformats.org/drawingml/2006/main">
            <a:spLocks noGrp="1"/>
          </a:cNvSpPr>
          <p:nvPr/>
        </p:nvSpPr>
        <p:spPr>
          <a:xfrm xmlns:a="http://schemas.openxmlformats.org/drawingml/2006/main">
            <a:off x="0" y="1440000"/>
            <a:ext cx="7200000" cy="36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Timeline: 6 months</a:t>
            </a:r>
          </a:p>
        </p:txBody>
      </p:sp>
      <p:sp>
        <p:nvSpPr>
          <a:cNvPr xmlns:a="http://schemas.openxmlformats.org/drawingml/2006/main" id="13" name="Text"/>
          <a:cNvSpPr xmlns:a="http://schemas.openxmlformats.org/drawingml/2006/main">
            <a:spLocks noGrp="1"/>
          </a:cNvSpPr>
          <p:nvPr/>
        </p:nvSpPr>
        <p:spPr>
          <a:xfrm xmlns:a="http://schemas.openxmlformats.org/drawingml/2006/main">
            <a:off x="0" y="1440000"/>
            <a:ext cx="7200000" cy="36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Status: On Track</a:t>
            </a:r>
          </a:p>
        </p:txBody>
      </p:sp>
    </p:spTree>
  </p:cSld>
</p:sld>
</file>