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6bf0222516244d8" /></Relationships>
</file>

<file path=ppt/presentation.xml><?xml version="1.0" encoding="utf-8"?>
<p:presentation xmlns:r="http://schemas.openxmlformats.org/officeDocument/2006/relationships" xmlns:p="http://schemas.openxmlformats.org/presentationml/2006/main">
  <p:sldIdLst>
    <p:sldId xmlns:r="http://schemas.openxmlformats.org/officeDocument/2006/relationships" id="257" r:id="R5a298f7aeb4f4e32"/>
    <p:sldId xmlns:r="http://schemas.openxmlformats.org/officeDocument/2006/relationships" id="258" r:id="Rdc92d090cda24acd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baf3bc2c84052" /><Relationship Type="http://schemas.openxmlformats.org/officeDocument/2006/relationships/slide" Target="/ppt/slides/slide1.xml" Id="R5a298f7aeb4f4e32" /><Relationship Type="http://schemas.openxmlformats.org/officeDocument/2006/relationships/slide" Target="/ppt/slides/slide2.xml" Id="Rdc92d090cda24acd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6e96af58e431e" /><Relationship Type="http://schemas.openxmlformats.org/officeDocument/2006/relationships/theme" Target="/ppt/slideMasters/theme/theme1.xml" Id="Rbf7d61e631324378" /></Relationships>
</file>

<file path=ppt/slideMasters/slideMaster1.xml><?xml version="1.0" encoding="utf-8"?>
<p:sldMaster xmlns:p="http://schemas.openxmlformats.org/presentationml/2006/main">
  <p:cSld>
    <p:spTree>
      <p:sp>
        <p:nvSpPr>
          <p:cNvPr id="1" name="Title Placeholder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Content Placeholder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/>
  <p:sldLayoutIdLst>
    <p:sldLayoutId xmlns:r="http://schemas.openxmlformats.org/officeDocument/2006/relationships" id="1" r:id="Rba56e96af58e431e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  <a:gradFill/>
        <a:noFill/>
      </a:fillStyleLst>
      <a:lnStyleLst>
        <a:ln w="6350" cap="flat" cmpd="sng">
          <a:solidFill>
            <a:schemeClr val="phClr"/>
          </a:solidFill>
          <a:prstDash val="solid"/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9e9156d5b47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1a6df2c1a4bc8" 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nvSpPr>
          <a:cNvPr xmlns:a="http://schemas.openxmlformats.org/drawingml/2006/main" id="10" name="Title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Typst Source Export</a:t>
            </a:r>
          </a:p>
        </p:txBody>
      </p:sp>
      <p:sp>
        <p:nvSpPr>
          <a:cNvPr xmlns:a="http://schemas.openxmlformats.org/drawingml/2006/main" id="11" name="Subtitle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72000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View the generated code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nvSpPr>
          <a:cNvPr xmlns:a="http://schemas.openxmlformats.org/drawingml/2006/main" id="10" name="Title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it works</a:t>
            </a:r>
          </a:p>
        </p:txBody>
      </p:sp>
      <p:sp>
        <p:nvSpPr>
          <a:cNvPr xmlns:a="http://schemas.openxmlformats.org/drawingml/2006/main" id="11" name="Text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Extract PPTX content</a:t>
            </a:r>
          </a:p>
        </p:txBody>
      </p:sp>
      <p:sp>
        <p:nvSpPr>
          <a:cNvPr xmlns:a="http://schemas.openxmlformats.org/drawingml/2006/main" id="12" name="Text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Convert to Typst elements</a:t>
            </a:r>
          </a:p>
        </p:txBody>
      </p:sp>
      <p:sp>
        <p:nvSpPr>
          <a:cNvPr xmlns:a="http://schemas.openxmlformats.org/drawingml/2006/main" id="13" name="Text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Generate Typst source</a:t>
            </a:r>
          </a:p>
        </p:txBody>
      </p:sp>
      <p:sp>
        <p:nvSpPr>
          <a:cNvPr xmlns:a="http://schemas.openxmlformats.org/drawingml/2006/main" id="14" name="Text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Compile with typstsharp</a:t>
            </a:r>
          </a:p>
        </p:txBody>
      </p:sp>
    </p:spTree>
  </p:cSld>
</p:sld>
</file>