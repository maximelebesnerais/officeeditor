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e738820dfc241ef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7" r:id="R4a7f1897eceb47a2"/>
    <p:sldId xmlns:r="http://schemas.openxmlformats.org/officeDocument/2006/relationships" id="258" r:id="R2228115148594fe0"/>
    <p:sldId xmlns:r="http://schemas.openxmlformats.org/officeDocument/2006/relationships" id="259" r:id="Ra835377fb34843bd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c06c4d180d4927" /><Relationship Type="http://schemas.openxmlformats.org/officeDocument/2006/relationships/slide" Target="/ppt/slides/slide1.xml" Id="R4a7f1897eceb47a2" /><Relationship Type="http://schemas.openxmlformats.org/officeDocument/2006/relationships/slide" Target="/ppt/slides/slide2.xml" Id="R2228115148594fe0" /><Relationship Type="http://schemas.openxmlformats.org/officeDocument/2006/relationships/slide" Target="/ppt/slides/slide3.xml" Id="Ra835377fb34843bd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a02340c854b54" /><Relationship Type="http://schemas.openxmlformats.org/officeDocument/2006/relationships/theme" Target="/ppt/slideMasters/theme/theme1.xml" Id="R7df46c66eb2d4c2e" /></Relationships>
</file>

<file path=ppt/slideMasters/slideMaster1.xml><?xml version="1.0" encoding="utf-8"?>
<p:sldMaster xmlns:p="http://schemas.openxmlformats.org/presentationml/2006/main">
  <p:cSld>
    <p:spTree>
      <p:sp>
        <p:nvSpPr>
          <p:cNvPr id="1" name="Title Placeholder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Content Placeholder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/>
  <p:sldLayoutIdLst>
    <p:sldLayoutId xmlns:r="http://schemas.openxmlformats.org/officeDocument/2006/relationships" id="1" r:id="R62ba02340c854b54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  <a:gradFill/>
        <a:noFill/>
      </a:fillStyleLst>
      <a:lnStyleLst>
        <a:ln w="6350" cap="flat" cmpd="sng">
          <a:solidFill>
            <a:schemeClr val="phClr"/>
          </a:solidFill>
          <a:prstDash val="solid"/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72bcbfc5f47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b39c67a8642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8820ae24b4e17" /></Relationships>
</file>

<file path=ppt/slides/slide1.xml><?xml version="1.0" encoding="utf-8"?>
<p:sld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OfficeEditor Presentation</a:t>
            </a:r>
          </a:p>
        </p:txBody>
      </p:sp>
      <p:sp>
        <p:nvSpPr>
          <a:cNvPr xmlns:a="http://schemas.openxmlformats.org/drawingml/2006/main" id="11" name="Sub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72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Created with Fluent C# API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Features</a:t>
            </a:r>
          </a:p>
        </p:txBody>
      </p:sp>
      <p:sp>
        <p:nvSpPr>
          <a:cNvPr xmlns:a="http://schemas.openxmlformats.org/drawingml/2006/main" id="11" name="Bullet Lis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Font typeface="Arial"/>
              <a:buChar char="•"/>
            </a:pPr>
            <a:r>
              <a:t>Easy slide creation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Multiple content types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Variable detection</a:t>
            </a:r>
          </a:p>
          <a:p xmlns:a="http://schemas.openxmlformats.org/drawingml/2006/main">
            <a:pPr>
              <a:buFont typeface="Arial"/>
              <a:buChar char="•"/>
            </a:pPr>
            <a:r>
              <a:t>Typst export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sp>
        <p:nvSpPr>
          <a:cNvPr xmlns:a="http://schemas.openxmlformats.org/drawingml/2006/main" id="10" name="Title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Getting Started</a:t>
            </a:r>
          </a:p>
        </p:txBody>
      </p:sp>
      <p:sp>
        <p:nvSpPr>
          <a:cNvPr xmlns:a="http://schemas.openxmlformats.org/drawingml/2006/main" id="11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Install the NuGet package</a:t>
            </a:r>
          </a:p>
        </p:txBody>
      </p:sp>
      <p:sp>
        <p:nvSpPr>
          <a:cNvPr xmlns:a="http://schemas.openxmlformats.org/drawingml/2006/main" id="12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Create a PresentationBuilder</a:t>
            </a:r>
          </a:p>
        </p:txBody>
      </p:sp>
      <p:sp>
        <p:nvSpPr>
          <a:cNvPr xmlns:a="http://schemas.openxmlformats.org/drawingml/2006/main" id="13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Add slides and content</a:t>
            </a:r>
          </a:p>
        </p:txBody>
      </p:sp>
      <p:sp>
        <p:nvSpPr>
          <a:cNvPr xmlns:a="http://schemas.openxmlformats.org/drawingml/2006/main" id="14" name="Text"/>
          <a:cNvSpPr xmlns:a="http://schemas.openxmlformats.org/drawingml/2006/main">
            <a:spLocks noGrp="1"/>
          </a:cNvSpPr>
          <p:nvPr/>
        </p:nvSpPr>
        <p:spPr>
          <a:xfrm xmlns:a="http://schemas.openxmlformats.org/drawingml/2006/main">
            <a:off x="0" y="1440000"/>
            <a:ext cx="720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Save or export</a:t>
            </a:r>
          </a:p>
        </p:txBody>
      </p:sp>
    </p:spTree>
  </p:cSld>
</p:sld>
</file>