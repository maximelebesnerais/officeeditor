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40df35c74b04290" /></Relationships>
</file>

<file path=ppt/presentation.xml><?xml version="1.0" encoding="utf-8"?>
<p:presentation xmlns:p="http://schemas.openxmlformats.org/presentationml/2006/main">
  <p:sldIdLst>
    <p:sldId xmlns:r="http://schemas.openxmlformats.org/officeDocument/2006/relationships" id="257" r:id="R65ec80528ed442d0"/>
    <p:sldId xmlns:r="http://schemas.openxmlformats.org/officeDocument/2006/relationships" id="258" r:id="R6a6bd6d543ec40d9"/>
    <p:sldId xmlns:r="http://schemas.openxmlformats.org/officeDocument/2006/relationships" id="259" r:id="R434bf16c29db4917"/>
  </p:sldIdLst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de9d87fc8449b8" /><Relationship Type="http://schemas.openxmlformats.org/officeDocument/2006/relationships/slide" Target="/ppt/slides/slide1.xml" Id="R65ec80528ed442d0" /><Relationship Type="http://schemas.openxmlformats.org/officeDocument/2006/relationships/slide" Target="/ppt/slides/slide2.xml" Id="R6a6bd6d543ec40d9" /><Relationship Type="http://schemas.openxmlformats.org/officeDocument/2006/relationships/slide" Target="/ppt/slides/slide3.xml" Id="R434bf16c29db4917" /></Relationships>
</file>

<file path=ppt/slideLayouts/slideLayout1.xml><?xml version="1.0" encoding="utf-8"?>
<p:sldLayout xmlns:p="http://schemas.openxmlformats.org/presentationml/2006/main">
  <p:cSld>
    <p:spTree/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94cfdf2fca4b2e" /><Relationship Type="http://schemas.openxmlformats.org/officeDocument/2006/relationships/theme" Target="/ppt/slideMasters/theme/theme1.xml" Id="R74903e00a95f49d9" /></Relationships>
</file>

<file path=ppt/slideMasters/slideMaster1.xml><?xml version="1.0" encoding="utf-8"?>
<p:sldMaster xmlns:p="http://schemas.openxmlformats.org/presentationml/2006/main">
  <p:cSld>
    <p:spTree>
      <p:sp>
        <p:nvSpPr>
          <p:cNvPr id="1" name="Title Placeholder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Content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/>
  <p:sldLayoutIdLst>
    <p:sldLayoutId xmlns:r="http://schemas.openxmlformats.org/officeDocument/2006/relationships" id="1" r:id="R2994cfdf2fca4b2e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  <a:gradFill/>
        <a:noFill/>
      </a:fillStyleLst>
      <a:lnStyleLst>
        <a:ln w="6350" cap="flat" cmpd="sng">
          <a:solidFill>
            <a:schemeClr val="phClr"/>
          </a:solidFill>
          <a:prstDash val="solid"/>
        </a:ln>
      </a:lnStyleLst>
      <a:effectStyleLst>
        <a:effectStyle/>
      </a:effectStyleLst>
      <a:bgFillStyleLst>
        <a:solidFill>
          <a:schemeClr val="phClr"/>
        </a:solidFill>
      </a:bgFillStyleLst>
    </a:fmtScheme>
  </a:themeElements>
  <a:objectDefaults/>
  <a:extraClrSchemeLst/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09e1f9cb047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11b6657c343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865a9c20b648ee" /></Relationships>
</file>

<file path=ppt/slides/slide1.xml><?xml version="1.0" encoding="utf-8"?>
<p:sld xmlns:p="http://schemas.openxmlformats.org/presentationml/2006/main">
  <p:cSld>
    <p:spTree>
      <p:sp>
        <p:nvSpPr>
          <a:cNvPr xmlns:a="http://schemas.openxmlformats.org/drawingml/2006/main" id="10" name="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OfficeEditor Presentation</a:t>
            </a:r>
          </a:p>
        </p:txBody>
      </p:sp>
      <p:sp>
        <p:nvSpPr>
          <a:cNvPr xmlns:a="http://schemas.openxmlformats.org/drawingml/2006/main" id="11" name="Sub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72000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Created with Fluent C# API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spTree>
      <p:sp>
        <p:nvSpPr>
          <a:cNvPr xmlns:a="http://schemas.openxmlformats.org/drawingml/2006/main" id="10" name="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Key Features</a:t>
            </a:r>
          </a:p>
        </p:txBody>
      </p:sp>
      <p:sp>
        <p:nvSpPr>
          <a:cNvPr xmlns:a="http://schemas.openxmlformats.org/drawingml/2006/main" id="11" name="Bullet List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1440000"/>
            <a:ext cx="720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Font typeface="Arial"/>
              <a:buChar char="•"/>
            </a:pPr>
            <a:r>
              <a:t>Easy slide creation</a:t>
            </a:r>
          </a:p>
          <a:p xmlns:a="http://schemas.openxmlformats.org/drawingml/2006/main">
            <a:pPr>
              <a:buFont typeface="Arial"/>
              <a:buChar char="•"/>
            </a:pPr>
            <a:r>
              <a:t>Multiple content types</a:t>
            </a:r>
          </a:p>
          <a:p xmlns:a="http://schemas.openxmlformats.org/drawingml/2006/main">
            <a:pPr>
              <a:buFont typeface="Arial"/>
              <a:buChar char="•"/>
            </a:pPr>
            <a:r>
              <a:t>Variable detection</a:t>
            </a:r>
          </a:p>
          <a:p xmlns:a="http://schemas.openxmlformats.org/drawingml/2006/main">
            <a:pPr>
              <a:buFont typeface="Arial"/>
              <a:buChar char="•"/>
            </a:pPr>
            <a:r>
              <a:t>Typst export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spTree>
      <p:sp>
        <p:nvSpPr>
          <a:cNvPr xmlns:a="http://schemas.openxmlformats.org/drawingml/2006/main" id="10" name="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Getting Started</a:t>
            </a:r>
          </a:p>
        </p:txBody>
      </p:sp>
      <p:sp>
        <p:nvSpPr>
          <a:cNvPr xmlns:a="http://schemas.openxmlformats.org/drawingml/2006/main" id="11" name="Text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1440000"/>
            <a:ext cx="720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1. Install the NuGet package</a:t>
            </a:r>
          </a:p>
        </p:txBody>
      </p:sp>
      <p:sp>
        <p:nvSpPr>
          <a:cNvPr xmlns:a="http://schemas.openxmlformats.org/drawingml/2006/main" id="12" name="Text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1440000"/>
            <a:ext cx="720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2. Create a PresentationBuilder</a:t>
            </a:r>
          </a:p>
        </p:txBody>
      </p:sp>
      <p:sp>
        <p:nvSpPr>
          <a:cNvPr xmlns:a="http://schemas.openxmlformats.org/drawingml/2006/main" id="13" name="Text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1440000"/>
            <a:ext cx="720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3. Add slides and content</a:t>
            </a:r>
          </a:p>
        </p:txBody>
      </p:sp>
      <p:sp>
        <p:nvSpPr>
          <a:cNvPr xmlns:a="http://schemas.openxmlformats.org/drawingml/2006/main" id="14" name="Text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1440000"/>
            <a:ext cx="720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4. Save or export</a:t>
            </a:r>
          </a:p>
        </p:txBody>
      </p:sp>
    </p:spTree>
  </p:cSld>
</p:sld>
</file>