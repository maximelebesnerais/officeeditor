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76511dfe2c04b6f" /></Relationships>
</file>

<file path=ppt/presentation.xml><?xml version="1.0" encoding="utf-8"?>
<p:presentation xmlns:r="http://schemas.openxmlformats.org/officeDocument/2006/relationships" xmlns:p="http://schemas.openxmlformats.org/presentationml/2006/main">
  <p:sldIdLst>
    <p:sldId xmlns:r="http://schemas.openxmlformats.org/officeDocument/2006/relationships" id="257" r:id="Rdab6127be9284932"/>
    <p:sldId xmlns:r="http://schemas.openxmlformats.org/officeDocument/2006/relationships" id="258" r:id="R7c02f6d90d0a4fc3"/>
  </p:sldIdLst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d53f2ab58b4c04" /><Relationship Type="http://schemas.openxmlformats.org/officeDocument/2006/relationships/slide" Target="/ppt/slides/slide1.xml" Id="Rdab6127be9284932" /><Relationship Type="http://schemas.openxmlformats.org/officeDocument/2006/relationships/slide" Target="/ppt/slides/slide2.xml" Id="R7c02f6d90d0a4fc3" /></Relationships>
</file>

<file path=ppt/slideLayouts/slideLayout1.xml><?xml version="1.0" encoding="utf-8"?>
<p:sldLayout xmlns:p="http://schemas.openxmlformats.org/presentationml/2006/main">
  <p:cSld>
    <p:spTree/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119ee02b0e402e" /><Relationship Type="http://schemas.openxmlformats.org/officeDocument/2006/relationships/theme" Target="/ppt/slideMasters/theme/theme1.xml" Id="R0860bfe3129c4e54" /></Relationships>
</file>

<file path=ppt/slideMasters/slideMaster1.xml><?xml version="1.0" encoding="utf-8"?>
<p:sldMaster xmlns:p="http://schemas.openxmlformats.org/presentationml/2006/main">
  <p:cSld>
    <p:spTree>
      <p:sp>
        <p:nvSpPr>
          <p:cNvPr id="1" name="Title Placeholder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Content Placeholder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/>
  <p:sldLayoutIdLst>
    <p:sldLayoutId xmlns:r="http://schemas.openxmlformats.org/officeDocument/2006/relationships" id="1" r:id="Rb8119ee02b0e402e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</a:majorFont>
      <a:minorFont>
        <a:latin typeface="Calibri"/>
      </a:minorFont>
    </a:fontScheme>
    <a:fmtScheme name="Office">
      <a:fillStyleLst>
        <a:solidFill>
          <a:schemeClr val="phClr"/>
        </a:solidFill>
        <a:gradFill/>
        <a:noFill/>
      </a:fillStyleLst>
      <a:lnStyleLst>
        <a:ln w="6350" cap="flat" cmpd="sng">
          <a:solidFill>
            <a:schemeClr val="phClr"/>
          </a:solidFill>
          <a:prstDash val="solid"/>
        </a:ln>
      </a:lnStyleLst>
      <a:effectStyleLst>
        <a:effectStyle/>
      </a:effectStyleLst>
      <a:bgFillStyleLst>
        <a:solidFill>
          <a:schemeClr val="phClr"/>
        </a:solidFill>
      </a:bgFillStyleLst>
    </a:fmtScheme>
  </a:themeElements>
  <a:objectDefaults/>
  <a:extraClrSchemeLst/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11a910caef481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02d6ffa2d54236" /></Relationships>
</file>

<file path=ppt/slides/slide1.xml><?xml version="1.0" encoding="utf-8"?>
<p:sld xmlns:a="http://schemas.openxmlformats.org/drawingml/2006/main" xmlns:p="http://schemas.openxmlformats.org/presentationml/2006/main">
  <p:cSld>
    <p:spTree>
      <p:sp>
        <p:nvSpPr>
          <a:cNvPr xmlns:a="http://schemas.openxmlformats.org/drawingml/2006/main" id="10" name="Title"/>
          <a:cNvSpPr xmlns:a="http://schemas.openxmlformats.org/drawingml/2006/main">
            <a:spLocks noGrp="1"/>
          </a:cNvSpPr>
          <p:nvPr/>
        </p:nvSpPr>
        <p:spPr>
          <a:xfrm xmlns:a="http://schemas.openxmlformats.org/drawingml/2006/main">
            <a:off x="0" y="0"/>
            <a:ext cx="720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PDF Export Demo</a:t>
            </a:r>
          </a:p>
        </p:txBody>
      </p:sp>
      <p:sp>
        <p:nvSpPr>
          <a:cNvPr xmlns:a="http://schemas.openxmlformats.org/drawingml/2006/main" id="11" name="Subtitle"/>
          <a:cNvSpPr xmlns:a="http://schemas.openxmlformats.org/drawingml/2006/main">
            <a:spLocks noGrp="1"/>
          </a:cNvSpPr>
          <p:nvPr/>
        </p:nvSpPr>
        <p:spPr>
          <a:xfrm xmlns:a="http://schemas.openxmlformats.org/drawingml/2006/main">
            <a:off x="0" y="720000"/>
            <a:ext cx="720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Using Typst Integration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sp>
        <p:nvSpPr>
          <a:cNvPr xmlns:a="http://schemas.openxmlformats.org/drawingml/2006/main" id="10" name="Title"/>
          <a:cNvSpPr xmlns:a="http://schemas.openxmlformats.org/drawingml/2006/main">
            <a:spLocks noGrp="1"/>
          </a:cNvSpPr>
          <p:nvPr/>
        </p:nvSpPr>
        <p:spPr>
          <a:xfrm xmlns:a="http://schemas.openxmlformats.org/drawingml/2006/main">
            <a:off x="0" y="0"/>
            <a:ext cx="720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Features</a:t>
            </a:r>
          </a:p>
        </p:txBody>
      </p:sp>
      <p:sp>
        <p:nvSpPr>
          <a:cNvPr xmlns:a="http://schemas.openxmlformats.org/drawingml/2006/main" id="11" name="Bullet List"/>
          <a:cNvSpPr xmlns:a="http://schemas.openxmlformats.org/drawingml/2006/main">
            <a:spLocks noGrp="1"/>
          </a:cNvSpPr>
          <p:nvPr/>
        </p:nvSpPr>
        <p:spPr>
          <a:xfrm xmlns:a="http://schemas.openxmlformats.org/drawingml/2006/main">
            <a:off x="0" y="1440000"/>
            <a:ext cx="7200000" cy="36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Font typeface="Arial"/>
              <a:buChar char="•"/>
            </a:pPr>
            <a:r>
              <a:t>High-fidelity PDF output</a:t>
            </a:r>
          </a:p>
          <a:p xmlns:a="http://schemas.openxmlformats.org/drawingml/2006/main">
            <a:pPr>
              <a:buFont typeface="Arial"/>
              <a:buChar char="•"/>
            </a:pPr>
            <a:r>
              <a:t>Preserves formatting</a:t>
            </a:r>
          </a:p>
          <a:p xmlns:a="http://schemas.openxmlformats.org/drawingml/2006/main">
            <a:pPr>
              <a:buFont typeface="Arial"/>
              <a:buChar char="•"/>
            </a:pPr>
            <a:r>
              <a:t>Embeds fonts and images</a:t>
            </a:r>
          </a:p>
          <a:p xmlns:a="http://schemas.openxmlformats.org/drawingml/2006/main">
            <a:pPr>
              <a:buFont typeface="Arial"/>
              <a:buChar char="•"/>
            </a:pPr>
            <a:r>
              <a:t>Fast compilation</a:t>
            </a:r>
          </a:p>
        </p:txBody>
      </p:sp>
    </p:spTree>
  </p:cSld>
</p:sld>
</file>