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d380407c0e4596" 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xmlns:r="http://schemas.openxmlformats.org/officeDocument/2006/relationships" id="257" r:id="Rdb32a0a43fc7415a"/>
    <p:sldId xmlns:r="http://schemas.openxmlformats.org/officeDocument/2006/relationships" id="258" r:id="R59809ed65bdc44de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cd67a5e6e4c2b" /><Relationship Type="http://schemas.openxmlformats.org/officeDocument/2006/relationships/slide" Target="/ppt/slides/slide1.xml" Id="Rdb32a0a43fc7415a" /><Relationship Type="http://schemas.openxmlformats.org/officeDocument/2006/relationships/slide" Target="/ppt/slides/slide2.xml" Id="R59809ed65bdc44de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d4876b84a4b87" /><Relationship Type="http://schemas.openxmlformats.org/officeDocument/2006/relationships/theme" Target="/ppt/slideMasters/theme/theme1.xml" Id="R66d6fe1fb9a842d1" /></Relationships>
</file>

<file path=ppt/slideMasters/slideMaster1.xml><?xml version="1.0" encoding="utf-8"?>
<p:sldMaster xmlns:p="http://schemas.openxmlformats.org/presentationml/2006/main">
  <p:cSld>
    <p:spTree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/>
  <p:sldLayoutIdLst>
    <p:sldLayoutId xmlns:r="http://schemas.openxmlformats.org/officeDocument/2006/relationships" id="1" r:id="R2e7d4876b84a4b8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fb32b35f6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38231ad3478e" 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Export Demo</a:t>
            </a:r>
          </a:p>
        </p:txBody>
      </p:sp>
      <p:sp>
        <p:nvSpPr>
          <a:cNvPr xmlns:a="http://schemas.openxmlformats.org/drawingml/2006/main" id="11" name="Sub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Typst Integration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Features</a:t>
            </a:r>
          </a:p>
        </p:txBody>
      </p:sp>
      <p:sp>
        <p:nvSpPr>
          <a:cNvPr xmlns:a="http://schemas.openxmlformats.org/drawingml/2006/main" id="11" name="Bullet Lis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High-fidelity PDF output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Preserves formatting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Embeds fonts and images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Fast compilation</a:t>
            </a:r>
          </a:p>
        </p:txBody>
      </p:sp>
    </p:spTree>
  </p:cSld>
</p:sld>
</file>