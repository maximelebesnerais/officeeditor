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43092b682564c78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7" r:id="Rf6c6567c7df14f7c"/>
    <p:sldId xmlns:r="http://schemas.openxmlformats.org/officeDocument/2006/relationships" id="258" r:id="Rb359c06a256e4bbe"/>
    <p:sldId xmlns:r="http://schemas.openxmlformats.org/officeDocument/2006/relationships" id="259" r:id="R83064a0da436462c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63cbee33f49a4" /><Relationship Type="http://schemas.openxmlformats.org/officeDocument/2006/relationships/slide" Target="/ppt/slides/slide1.xml" Id="Rf6c6567c7df14f7c" /><Relationship Type="http://schemas.openxmlformats.org/officeDocument/2006/relationships/slide" Target="/ppt/slides/slide2.xml" Id="Rb359c06a256e4bbe" /><Relationship Type="http://schemas.openxmlformats.org/officeDocument/2006/relationships/slide" Target="/ppt/slides/slide3.xml" Id="R83064a0da436462c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6e708c2684da5" /><Relationship Type="http://schemas.openxmlformats.org/officeDocument/2006/relationships/theme" Target="/ppt/slideMasters/theme/theme1.xml" Id="R53318be3275d4781" /></Relationships>
</file>

<file path=ppt/slideMasters/slideMaster1.xml><?xml version="1.0" encoding="utf-8"?>
<p:sldMaster xmlns:p="http://schemas.openxmlformats.org/presentationml/2006/main">
  <p:cSld>
    <p:spTree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/>
  <p:sldLayoutIdLst>
    <p:sldLayoutId xmlns:r="http://schemas.openxmlformats.org/officeDocument/2006/relationships" id="1" r:id="R0fe6e708c2684da5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59ebb431b4c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5badfb96b47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17973f3b54fda" /></Relationships>
</file>

<file path=ppt/slides/slide1.xml><?xml version="1.0" encoding="utf-8"?>
<p:sld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Q4 Sales Report</a:t>
            </a:r>
          </a:p>
        </p:txBody>
      </p:sp>
      <p:sp>
        <p:nvSpPr>
          <a:cNvPr xmlns:a="http://schemas.openxmlformats.org/drawingml/2006/main" id="11" name="Sub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 Performance Review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by Region</a:t>
            </a:r>
          </a:p>
        </p:txBody>
      </p:sp>
      <p:graphicFrame>
        <p:nvGraphicFramePr>
          <a:cNvPr xmlns:a="http://schemas.openxmlformats.org/drawingml/2006/main" id="11" name="Table"/>
          <a:cNvGraphicFramePr xmlns:a="http://schemas.openxmlformats.org/drawingml/2006/main"/>
          <p:nvPr/>
        </p:nvGraphicFramePr>
        <p:xfrm>
          <a:off xmlns:a="http://schemas.openxmlformats.org/drawingml/2006/main" x="0" y="1440000"/>
          <a:ext xmlns:a="http://schemas.openxmlformats.org/drawingml/2006/main" cx="7200000" cy="360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200000"/>
                <a:gridCol w="1200000"/>
                <a:gridCol w="1200000"/>
                <a:gridCol w="1200000"/>
                <a:gridCol w="1200000"/>
                <a:gridCol w="1200000"/>
              </a:tblGrid>
              <a:tr h="3708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$470K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$410K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$460K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$530K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 Priorities</a:t>
            </a:r>
          </a:p>
        </p:txBody>
      </p:sp>
      <p:sp>
        <p:nvSpPr>
          <a:cNvPr xmlns:a="http://schemas.openxmlformats.org/drawingml/2006/main" id="11" name="Numbered Lis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AutoNum type="arabicPeriod"/>
            </a:pPr>
            <a:r>
              <a:t>Expand to new markets</a:t>
            </a:r>
          </a:p>
          <a:p xmlns:a="http://schemas.openxmlformats.org/drawingml/2006/main">
            <a:pPr>
              <a:buAutoNum type="arabicPeriod"/>
            </a:pPr>
            <a:r>
              <a:t>Improve customer retention</a:t>
            </a:r>
          </a:p>
          <a:p xmlns:a="http://schemas.openxmlformats.org/drawingml/2006/main">
            <a:pPr>
              <a:buAutoNum type="arabicPeriod"/>
            </a:pPr>
            <a:r>
              <a:t>Launch new product line</a:t>
            </a:r>
          </a:p>
          <a:p xmlns:a="http://schemas.openxmlformats.org/drawingml/2006/main">
            <a:pPr>
              <a:buAutoNum type="arabicPeriod"/>
            </a:pPr>
            <a:r>
              <a:t>Optimize operations</a:t>
            </a:r>
          </a:p>
        </p:txBody>
      </p:sp>
    </p:spTree>
  </p:cSld>
</p:sld>
</file>