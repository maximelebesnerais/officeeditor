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c1187639bab416f" 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7" r:id="Rc690264bdbb44e5a"/>
    <p:sldId xmlns:r="http://schemas.openxmlformats.org/officeDocument/2006/relationships" id="258" r:id="R8a08dc74b701492a"/>
    <p:sldId xmlns:r="http://schemas.openxmlformats.org/officeDocument/2006/relationships" id="259" r:id="R3da4025ee2d1430a"/>
  </p:sldId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0d4d1d5cc14a4f" /><Relationship Type="http://schemas.openxmlformats.org/officeDocument/2006/relationships/slide" Target="/ppt/slides/slide1.xml" Id="Rc690264bdbb44e5a" /><Relationship Type="http://schemas.openxmlformats.org/officeDocument/2006/relationships/slide" Target="/ppt/slides/slide2.xml" Id="R8a08dc74b701492a" /><Relationship Type="http://schemas.openxmlformats.org/officeDocument/2006/relationships/slide" Target="/ppt/slides/slide3.xml" Id="R3da4025ee2d1430a" /></Relationships>
</file>

<file path=ppt/slideLayouts/slideLayout1.xml><?xml version="1.0" encoding="utf-8"?>
<p:sldLayout xmlns:p="http://schemas.openxmlformats.org/presentationml/2006/main">
  <p:cSld>
    <p:spTree/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8dd38d90c34051" /><Relationship Type="http://schemas.openxmlformats.org/officeDocument/2006/relationships/theme" Target="/ppt/slideMasters/theme/theme1.xml" Id="Rd6afd1a4179847a1" /></Relationships>
</file>

<file path=ppt/slideMasters/slideMaster1.xml><?xml version="1.0" encoding="utf-8"?>
<p:sldMaster xmlns:p="http://schemas.openxmlformats.org/presentationml/2006/main">
  <p:cSld>
    <p:spTree>
      <p:sp>
        <p:nvSpPr>
          <p:cNvPr id="1" name="Title Placeholder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Content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/>
  <p:sldLayoutIdLst>
    <p:sldLayoutId xmlns:r="http://schemas.openxmlformats.org/officeDocument/2006/relationships" id="1" r:id="R298dd38d90c3405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gradFill/>
        <a:noFill/>
      </a:fillStyleLst>
      <a:lnStyleLst>
        <a:ln w="6350" cap="flat" cmpd="sng">
          <a:solidFill>
            <a:schemeClr val="phClr"/>
          </a:solidFill>
          <a:prstDash val="solid"/>
        </a:ln>
      </a:lnStyleLst>
      <a:effectStyleLst>
        <a:effectStyle/>
      </a:effectStyleLst>
      <a:bgFillStyleLst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6e9fd066840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973a4763e04d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fe53bd20c4a2e" /></Relationships>
</file>

<file path=ppt/slides/slide1.xml><?xml version="1.0" encoding="utf-8"?>
<p:sld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Q4 Sales Report</a:t>
            </a:r>
          </a:p>
        </p:txBody>
      </p:sp>
      <p:sp>
        <p:nvSpPr>
          <a:cNvPr xmlns:a="http://schemas.openxmlformats.org/drawingml/2006/main" id="11" name="Sub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72000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2024 Performance Review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Sales by Region</a:t>
            </a:r>
          </a:p>
        </p:txBody>
      </p:sp>
      <p:graphicFrame>
        <p:nvGraphicFramePr>
          <a:cNvPr xmlns:a="http://schemas.openxmlformats.org/drawingml/2006/main" id="11" name="Table"/>
          <a:cNvGraphicFramePr xmlns:a="http://schemas.openxmlformats.org/drawingml/2006/main"/>
          <p:nvPr/>
        </p:nvGraphicFramePr>
        <p:xfrm>
          <a:off xmlns:a="http://schemas.openxmlformats.org/drawingml/2006/main" x="0" y="1440000"/>
          <a:ext xmlns:a="http://schemas.openxmlformats.org/drawingml/2006/main" cx="7200000" cy="360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200000"/>
                <a:gridCol w="1200000"/>
                <a:gridCol w="1200000"/>
                <a:gridCol w="1200000"/>
                <a:gridCol w="1200000"/>
                <a:gridCol w="1200000"/>
              </a:tblGrid>
              <a:tr h="370840">
                <a:tc>
                  <a:txBody>
                    <a:bodyPr/>
                    <a:lstStyle/>
                    <a:p>
                      <a: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$110K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$140K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$470K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South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$80K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$95K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$105K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$130K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$410K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East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$90K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$120K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$150K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$460K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t>West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$110K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$125K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$135K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$160K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$530K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3.xml><?xml version="1.0" encoding="utf-8"?>
<p:sld xmlns:p="http://schemas.openxmlformats.org/presentationml/2006/main">
  <p:cSld>
    <p:spTree>
      <p:sp>
        <p:nvSpPr>
          <a:cNvPr xmlns:a="http://schemas.openxmlformats.org/drawingml/2006/main" id="10" name="Title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0"/>
            <a:ext cx="720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 Priorities</a:t>
            </a:r>
          </a:p>
        </p:txBody>
      </p:sp>
      <p:sp>
        <p:nvSpPr>
          <a:cNvPr xmlns:a="http://schemas.openxmlformats.org/drawingml/2006/main" id="11" name="Numbered List"/>
          <a:cNvSpPr xmlns:a="http://schemas.openxmlformats.org/drawingml/2006/main">
            <a:spLocks noGrp="1"/>
          </a:cNvSpPr>
          <p:nvPr/>
        </p:nvSpPr>
        <p:spPr>
          <a:xfrm xmlns:a="http://schemas.openxmlformats.org/drawingml/2006/main">
            <a:off x="0" y="1440000"/>
            <a:ext cx="7200000" cy="36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AutoNum type="arabicPeriod"/>
            </a:pPr>
            <a:r>
              <a:t>Expand to new markets</a:t>
            </a:r>
          </a:p>
          <a:p xmlns:a="http://schemas.openxmlformats.org/drawingml/2006/main">
            <a:pPr>
              <a:buAutoNum type="arabicPeriod"/>
            </a:pPr>
            <a:r>
              <a:t>Improve customer retention</a:t>
            </a:r>
          </a:p>
          <a:p xmlns:a="http://schemas.openxmlformats.org/drawingml/2006/main">
            <a:pPr>
              <a:buAutoNum type="arabicPeriod"/>
            </a:pPr>
            <a:r>
              <a:t>Launch new product line</a:t>
            </a:r>
          </a:p>
          <a:p xmlns:a="http://schemas.openxmlformats.org/drawingml/2006/main">
            <a:pPr>
              <a:buAutoNum type="arabicPeriod"/>
            </a:pPr>
            <a:r>
              <a:t>Optimize operations</a:t>
            </a:r>
          </a:p>
        </p:txBody>
      </p:sp>
    </p:spTree>
  </p:cSld>
</p:sld>
</file>