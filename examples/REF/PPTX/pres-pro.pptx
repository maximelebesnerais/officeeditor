
<file path=[Content_Types].xml><?xml version="1.0" encoding="utf-8"?>
<Types xmlns="http://schemas.openxmlformats.org/package/2006/content-types">
  <Default ContentType="image/jpeg" Extension="jpeg"/>
  <Default ContentType="image/jpeg" Extension="jpg"/>
  <Default ContentType="image/png" Extension="png"/>
  <Default ContentType="application/vnd.openxmlformats-package.relationships+xml" Extension="rels"/>
  <Default ContentType="application/xml" Extension="xml"/>
  <Override ContentType="application/vnd.ms-office.drawingml.diagramDrawing+xml" PartName="/ppt/diagrams/drawing1.xml"/>
  <Override ContentType="application/vnd.openxmlformats-officedocument.custom-properties+xml" PartName="/docProps/custom.xml"/>
  <Override ContentType="application/vnd.openxmlformats-officedocument.customXmlProperties+xml" PartName="/customXml/itemProps1.xml"/>
  <Override ContentType="application/vnd.openxmlformats-officedocument.customXmlProperties+xml" PartName="/customXml/itemProps2.xml"/>
  <Override ContentType="application/vnd.openxmlformats-officedocument.customXmlProperties+xml" PartName="/customXml/itemProps3.xml"/>
  <Override ContentType="application/vnd.openxmlformats-officedocument.drawingml.diagramColors+xml" PartName="/ppt/diagrams/colors1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extended-properties+xml" PartName="/docProps/app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ustom.xml" Type="http://schemas.openxmlformats.org/officeDocument/2006/relationships/custom-properties"/><Relationship Id="rId2" Target="docProps/core.xml" Type="http://schemas.openxmlformats.org/package/2006/relationships/metadata/core-properties"/><Relationship Id="rId1" Target="docProps/app.xml" Type="http://schemas.openxmlformats.org/officeDocument/2006/relationships/extended-properties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8"/>
  </p:sldMasterIdLst>
  <p:notesMasterIdLst>
    <p:notesMasterId r:id="rId9"/>
  </p:notesMasterIdLst>
  <p:handoutMasterIdLst>
    <p:handoutMasterId r:id="rId10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accent1"/>
              </a:solidFill>
            </a:ln>
          </a:left>
          <a:right>
            <a:ln cmpd="sng" w="12700">
              <a:solidFill>
                <a:schemeClr val="accent1"/>
              </a:solidFill>
            </a:ln>
          </a:right>
          <a:top>
            <a:ln cmpd="sng" w="12700">
              <a:solidFill>
                <a:schemeClr val="accent1"/>
              </a:solidFill>
            </a:ln>
          </a:top>
          <a:bottom>
            <a:ln cmpd="sng" w="12700">
              <a:solidFill>
                <a:schemeClr val="accent1"/>
              </a:solidFill>
            </a:ln>
          </a:bottom>
          <a:insideH>
            <a:ln cmpd="sng" w="12700">
              <a:solidFill>
                <a:schemeClr val="accent1"/>
              </a:solidFill>
            </a:ln>
          </a:insideH>
          <a:insideV>
            <a:ln cmpd="sng"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cmpd="sng"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accent6"/>
              </a:solidFill>
            </a:ln>
          </a:left>
          <a:right>
            <a:ln cmpd="sng" w="12700">
              <a:solidFill>
                <a:schemeClr val="accent6"/>
              </a:solidFill>
            </a:ln>
          </a:right>
          <a:top>
            <a:ln cmpd="sng" w="12700">
              <a:solidFill>
                <a:schemeClr val="accent6"/>
              </a:solidFill>
            </a:ln>
          </a:top>
          <a:bottom>
            <a:ln cmpd="sng" w="12700">
              <a:solidFill>
                <a:schemeClr val="accent6"/>
              </a:solidFill>
            </a:ln>
          </a:bottom>
          <a:insideH>
            <a:ln cmpd="sng" w="12700">
              <a:solidFill>
                <a:schemeClr val="accent6"/>
              </a:solidFill>
            </a:ln>
          </a:insideH>
          <a:insideV>
            <a:ln cmpd="sng" w="12700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cmpd="sng" w="25400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b="0" g="0" r="0"/>
        </a:fontRef>
        <a:schemeClr val="dk1"/>
      </a:tcTxStyle>
      <a:tcStyle>
        <a:tcBdr>
          <a:left>
            <a:ln cmpd="sng" w="12700">
              <a:solidFill>
                <a:schemeClr val="accent1"/>
              </a:solidFill>
            </a:ln>
          </a:left>
          <a:right>
            <a:ln cmpd="sng" w="12700">
              <a:solidFill>
                <a:schemeClr val="accent1"/>
              </a:solidFill>
            </a:ln>
          </a:right>
          <a:top>
            <a:ln cmpd="sng" w="12700">
              <a:solidFill>
                <a:schemeClr val="accent1"/>
              </a:solidFill>
            </a:ln>
          </a:top>
          <a:bottom>
            <a:ln cmpd="sng" w="12700">
              <a:solidFill>
                <a:schemeClr val="accent1"/>
              </a:solidFill>
            </a:ln>
          </a:bottom>
          <a:insideH>
            <a:ln cmpd="sng" w="12700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b="0" g="0" r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autoAdjust="0" sz="17596"/>
    <p:restoredTop sz="94634"/>
  </p:normalViewPr>
  <p:slideViewPr>
    <p:cSldViewPr snapToGrid="0">
      <p:cViewPr>
        <p:scale>
          <a:sx d="100" n="100"/>
          <a:sy d="100" n="100"/>
        </p:scale>
        <p:origin x="-898" y="-53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sorterViewPr>
    <p:cViewPr varScale="1">
      <p:scale>
        <a:sx d="100" n="100"/>
        <a:sy d="100" n="100"/>
      </p:scale>
      <p:origin x="0" y="-1488"/>
    </p:cViewPr>
  </p:sorterViewPr>
  <p:notesViewPr>
    <p:cSldViewPr snapToGrid="0">
      <p:cViewPr varScale="1">
        <p:scale>
          <a:sx d="100" n="73"/>
          <a:sy d="100" n="73"/>
        </p:scale>
        <p:origin x="2981" y="29"/>
      </p:cViewPr>
      <p:guideLst/>
    </p:cSldViewPr>
  </p:notesViewPr>
  <p:gridSpacing cx="76200" cy="76200"/>
</p:viewPr>
</file>

<file path=ppt/_rels/presentation.xml.rels><?xml version="1.0" encoding="UTF-8" standalone="yes"?><Relationships xmlns="http://schemas.openxmlformats.org/package/2006/relationships"><Relationship Id="rId26" Target="slides/slide16.xml" Type="http://schemas.openxmlformats.org/officeDocument/2006/relationships/slide"/><Relationship Id="rId25" Target="slides/slide15.xml" Type="http://schemas.openxmlformats.org/officeDocument/2006/relationships/slide"/><Relationship Id="rId24" Target="slides/slide14.xml" Type="http://schemas.openxmlformats.org/officeDocument/2006/relationships/slide"/><Relationship Id="rId23" Target="slides/slide13.xml" Type="http://schemas.openxmlformats.org/officeDocument/2006/relationships/slide"/><Relationship Id="rId22" Target="slides/slide12.xml" Type="http://schemas.openxmlformats.org/officeDocument/2006/relationships/slide"/><Relationship Id="rId21" Target="slides/slide11.xml" Type="http://schemas.openxmlformats.org/officeDocument/2006/relationships/slide"/><Relationship Id="rId20" Target="slides/slide10.xml" Type="http://schemas.openxmlformats.org/officeDocument/2006/relationships/slide"/><Relationship Id="rId19" Target="slides/slide9.xml" Type="http://schemas.openxmlformats.org/officeDocument/2006/relationships/slide"/><Relationship Id="rId18" Target="slides/slide8.xml" Type="http://schemas.openxmlformats.org/officeDocument/2006/relationships/slide"/><Relationship Id="rId17" Target="slides/slide7.xml" Type="http://schemas.openxmlformats.org/officeDocument/2006/relationships/slide"/><Relationship Id="rId16" Target="slides/slide6.xml" Type="http://schemas.openxmlformats.org/officeDocument/2006/relationships/slide"/><Relationship Id="rId15" Target="slides/slide5.xml" Type="http://schemas.openxmlformats.org/officeDocument/2006/relationships/slide"/><Relationship Id="rId14" Target="slides/slide4.xml" Type="http://schemas.openxmlformats.org/officeDocument/2006/relationships/slide"/><Relationship Id="rId13" Target="slides/slide3.xml" Type="http://schemas.openxmlformats.org/officeDocument/2006/relationships/slide"/><Relationship Id="rId12" Target="slides/slide2.xml" Type="http://schemas.openxmlformats.org/officeDocument/2006/relationships/slide"/><Relationship Id="rId11" Target="slides/slide1.xml" Type="http://schemas.openxmlformats.org/officeDocument/2006/relationships/slide"/><Relationship Id="rId10" Target="handoutMasters/handoutMaster1.xml" Type="http://schemas.openxmlformats.org/officeDocument/2006/relationships/handoutMaster"/><Relationship Id="rId9" Target="notesMasters/notesMaster1.xml" Type="http://schemas.openxmlformats.org/officeDocument/2006/relationships/notesMaster"/><Relationship Id="rId8" Target="slideMasters/slideMaster1.xml" Type="http://schemas.openxmlformats.org/officeDocument/2006/relationships/slideMaster"/><Relationship Id="rId7" Target="../customXml/item3.xml" Type="http://schemas.openxmlformats.org/officeDocument/2006/relationships/customXml"/><Relationship Id="rId6" Target="../customXml/item2.xml" Type="http://schemas.openxmlformats.org/officeDocument/2006/relationships/customXml"/><Relationship Id="rId5" Target="../customXml/item1.xml" Type="http://schemas.openxmlformats.org/officeDocument/2006/relationships/customXml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2.xml" Type="http://schemas.openxmlformats.org/officeDocument/2006/relationships/theme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pri="11200" type="accent1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9D005A-EF78-4DC8-A9B0-7B54127FABB3}" type="doc">
      <dgm:prSet csCatId="accent1" csTypeId="urn:microsoft.com/office/officeart/2005/8/colors/accent1_2" loCatId="list" loTypeId="urn:microsoft.com/office/officeart/2024/3/layout/ArchList1#26" phldr="1" qsCatId="simple" qsTypeId="urn:microsoft.com/office/officeart/2005/8/quickstyle/simple1"/>
      <dgm:spPr/>
      <dgm:t>
        <a:bodyPr numCol="1"/>
        <a:lstStyle/>
        <a:p>
          <a:endParaRPr lang="en-US"/>
        </a:p>
      </dgm:t>
    </dgm:pt>
    <dgm:pt modelId="{5DC4A6D3-8F5B-462C-98E5-9DBA04B5F5C0}">
      <dgm:prSet/>
      <dgm:spPr/>
      <dgm:t>
        <a:bodyPr numCol="1"/>
        <a:lstStyle/>
        <a:p>
          <a:pPr>
            <a:lnSpc>
              <a:spcPct val="120000"/>
            </a:lnSpc>
          </a:pPr>
          <a:r>
            <a:rPr dirty="0" lang="en-US"/>
            <a:t>We’ve helped hundreds of businesses transform their operations by implementing innovative solutions that streamline processes, enhance productivity, and drive growth.</a:t>
          </a:r>
          <a:endParaRPr dirty="0" lang="en-US">
            <a:solidFill>
              <a:schemeClr val="tx1"/>
            </a:solidFill>
          </a:endParaRPr>
        </a:p>
      </dgm:t>
    </dgm:pt>
    <dgm:pt cxnId="{B8CDC488-4F8D-4EF9-86AB-BC5EDA02D830}" modelId="{05AC1DA1-5915-400C-AA8A-59903F7D8430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cxnId="{B8CDC488-4F8D-4EF9-86AB-BC5EDA02D830}" modelId="{EBE04370-C115-496A-829B-022F025D9929}" type="sib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modelId="{6683C677-89E1-4E18-8444-F8D0F9174767}">
      <dgm:prSet/>
      <dgm:spPr/>
      <dgm:t>
        <a:bodyPr numCol="1"/>
        <a:lstStyle/>
        <a:p>
          <a:pPr>
            <a:lnSpc>
              <a:spcPct val="100000"/>
            </a:lnSpc>
            <a:defRPr b="1"/>
          </a:pPr>
          <a:r>
            <a:rPr b="1" dirty="0" lang="en-US"/>
            <a:t>Tailored approach</a:t>
          </a:r>
          <a:endParaRPr dirty="0" lang="en-US">
            <a:solidFill>
              <a:schemeClr val="tx1"/>
            </a:solidFill>
          </a:endParaRPr>
        </a:p>
      </dgm:t>
    </dgm:pt>
    <dgm:pt cxnId="{56C8B87E-0F96-4F20-8345-3069AB024E9E}" modelId="{9096D71F-9713-469B-ACE6-161111FE9A54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cxnId="{56C8B87E-0F96-4F20-8345-3069AB024E9E}" modelId="{09D8EA0C-EED3-4BB1-8AEF-7CFB760A7162}" type="sibTrans">
      <dgm:prSet/>
      <dgm:spPr/>
      <dgm:t>
        <a:bodyPr numCol="1"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tx1"/>
            </a:solidFill>
          </a:endParaRPr>
        </a:p>
      </dgm:t>
    </dgm:pt>
    <dgm:pt modelId="{56734F44-9D7F-4CFB-9CBD-E0EEABC32D3D}">
      <dgm:prSet/>
      <dgm:spPr/>
      <dgm:t>
        <a:bodyPr numCol="1"/>
        <a:lstStyle/>
        <a:p>
          <a:pPr>
            <a:lnSpc>
              <a:spcPct val="120000"/>
            </a:lnSpc>
          </a:pPr>
          <a:r>
            <a:rPr dirty="0" lang="en-US"/>
            <a:t>Our solutions are customized to fit your unique needs, ensuring that you receive the most effective and relevant support for your specific challenges. </a:t>
          </a:r>
          <a:endParaRPr dirty="0" lang="en-US">
            <a:solidFill>
              <a:schemeClr val="tx1"/>
            </a:solidFill>
          </a:endParaRPr>
        </a:p>
      </dgm:t>
    </dgm:pt>
    <dgm:pt cxnId="{BF038F71-DD3A-456F-94B1-E4A5F6A7590E}" modelId="{A3AD6FCC-E4F5-46B4-B004-A23AC5C6F65B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cxnId="{BF038F71-DD3A-456F-94B1-E4A5F6A7590E}" modelId="{9C036100-254F-47F6-B01F-1758F7BB772A}" type="sib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modelId="{1DD03B1B-225F-4F59-88E9-6E12FADD869B}">
      <dgm:prSet/>
      <dgm:spPr/>
      <dgm:t>
        <a:bodyPr numCol="1"/>
        <a:lstStyle/>
        <a:p>
          <a:pPr>
            <a:lnSpc>
              <a:spcPct val="100000"/>
            </a:lnSpc>
            <a:defRPr b="1"/>
          </a:pPr>
          <a:r>
            <a:rPr b="1" dirty="0" lang="en-US"/>
            <a:t>Unmatched support</a:t>
          </a:r>
          <a:endParaRPr dirty="0" lang="en-US">
            <a:solidFill>
              <a:schemeClr val="tx1"/>
            </a:solidFill>
          </a:endParaRPr>
        </a:p>
      </dgm:t>
    </dgm:pt>
    <dgm:pt cxnId="{3651E0FD-E66F-4F72-99C5-BD809EC3C96C}" modelId="{FE2FFDD7-EC33-4C15-918C-5DE14D4351F6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cxnId="{3651E0FD-E66F-4F72-99C5-BD809EC3C96C}" modelId="{36F1427C-26E2-4129-AD15-F3263C896B71}" type="sib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modelId="{F6C60737-054A-4D4C-890B-C348D450576A}">
      <dgm:prSet/>
      <dgm:spPr/>
      <dgm:t>
        <a:bodyPr numCol="1"/>
        <a:lstStyle/>
        <a:p>
          <a:pPr>
            <a:lnSpc>
              <a:spcPct val="120000"/>
            </a:lnSpc>
          </a:pPr>
          <a:r>
            <a:rPr dirty="0" lang="en-US"/>
            <a:t>We offer ongoing guidance to ensure long-term success, providing you with the tools, resources, and expertise needed to navigate any challenges that may arise.</a:t>
          </a:r>
          <a:endParaRPr dirty="0" lang="en-US">
            <a:solidFill>
              <a:schemeClr val="tx1"/>
            </a:solidFill>
          </a:endParaRPr>
        </a:p>
      </dgm:t>
    </dgm:pt>
    <dgm:pt cxnId="{6193C484-8ABE-4C8E-BC1B-11825138E8E6}" modelId="{AD74D646-4FE6-49CB-B06E-B0BEE753FD5B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cxnId="{6193C484-8ABE-4C8E-BC1B-11825138E8E6}" modelId="{33DDF299-F25D-43EA-B386-54F6148ECB5B}" type="sib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modelId="{5C6C0E93-31C2-4367-9734-22A77E91F852}">
      <dgm:prSet phldrT="[Text]"/>
      <dgm:spPr/>
      <dgm:t>
        <a:bodyPr numCol="1"/>
        <a:lstStyle/>
        <a:p>
          <a:pPr>
            <a:lnSpc>
              <a:spcPct val="100000"/>
            </a:lnSpc>
            <a:defRPr b="1"/>
          </a:pPr>
          <a:r>
            <a:rPr b="1" dirty="0" lang="en-US"/>
            <a:t>Proven results</a:t>
          </a:r>
          <a:endParaRPr dirty="0" lang="en-US">
            <a:solidFill>
              <a:schemeClr val="tx1"/>
            </a:solidFill>
          </a:endParaRPr>
        </a:p>
      </dgm:t>
    </dgm:pt>
    <dgm:pt cxnId="{380048F8-519C-4DF3-983E-65F199CAF07C}" modelId="{57C15597-8730-4C5E-950A-E3E94A8A5729}" type="sibTrans">
      <dgm:prSet/>
      <dgm:spPr/>
      <dgm:t>
        <a:bodyPr numCol="1"/>
        <a:lstStyle/>
        <a:p>
          <a:pPr>
            <a:lnSpc>
              <a:spcPct val="100000"/>
            </a:lnSpc>
            <a:defRPr b="1"/>
          </a:pPr>
          <a:endParaRPr lang="en-US">
            <a:solidFill>
              <a:schemeClr val="tx1"/>
            </a:solidFill>
          </a:endParaRPr>
        </a:p>
      </dgm:t>
    </dgm:pt>
    <dgm:pt cxnId="{380048F8-519C-4DF3-983E-65F199CAF07C}" modelId="{8C6185DB-C15F-4142-9FFC-06798EBB4FD3}" type="parTrans">
      <dgm:prSet/>
      <dgm:spPr/>
      <dgm:t>
        <a:bodyPr numCol="1"/>
        <a:lstStyle/>
        <a:p>
          <a:endParaRPr lang="en-US">
            <a:solidFill>
              <a:schemeClr val="tx1"/>
            </a:solidFill>
          </a:endParaRPr>
        </a:p>
      </dgm:t>
    </dgm:pt>
    <dgm:pt modelId="{439189D0-7625-4BFC-AE7F-D155DAEB60E0}" type="pres">
      <dgm:prSet presAssocID="{F79D005A-EF78-4DC8-A9B0-7B54127FABB3}" presName="Name0" presStyleCnt="0">
        <dgm:presLayoutVars>
          <dgm:dir/>
          <dgm:resizeHandles val="exact"/>
        </dgm:presLayoutVars>
      </dgm:prSet>
      <dgm:spPr/>
    </dgm:pt>
    <dgm:pt modelId="{427D038D-8874-450F-AD39-DCA5940C79C2}" type="pres">
      <dgm:prSet presAssocID="{5C6C0E93-31C2-4367-9734-22A77E91F852}" presName="compNode" presStyleCnt="0"/>
      <dgm:spPr/>
    </dgm:pt>
    <dgm:pt modelId="{C046629B-369E-4F2D-9BA1-5E3C2DFD91CF}" type="pres">
      <dgm:prSet presAssocID="{5C6C0E93-31C2-4367-9734-22A77E91F852}" presName="pictRect" presStyleCnt="6" presStyleIdx="0" presStyleLbl="revTx">
        <dgm:presLayoutVars>
          <dgm:chMax val="0"/>
          <dgm:bulletEnabled/>
        </dgm:presLayoutVars>
      </dgm:prSet>
      <dgm:spPr/>
    </dgm:pt>
    <dgm:pt modelId="{922F7867-BAA8-4280-885B-E9A3B540D23F}" type="pres">
      <dgm:prSet presAssocID="{5C6C0E93-31C2-4367-9734-22A77E91F852}" presName="textRect" presStyleCnt="6" presStyleIdx="1" presStyleLbl="revTx">
        <dgm:presLayoutVars>
          <dgm:bulletEnabled/>
        </dgm:presLayoutVars>
      </dgm:prSet>
      <dgm:spPr/>
    </dgm:pt>
    <dgm:pt modelId="{5B9D68AB-F95F-4888-AF28-C7B8CC572246}" type="pres">
      <dgm:prSet presAssocID="{57C15597-8730-4C5E-950A-E3E94A8A5729}" presName="sibTrans" presStyleCnt="0" presStyleIdx="0" presStyleLbl="sibTrans2D1"/>
      <dgm:spPr/>
    </dgm:pt>
    <dgm:pt modelId="{48C5B127-2DFE-4CE5-9384-32D732EE91F1}" type="pres">
      <dgm:prSet presAssocID="{6683C677-89E1-4E18-8444-F8D0F9174767}" presName="compNode" presStyleCnt="0"/>
      <dgm:spPr/>
    </dgm:pt>
    <dgm:pt modelId="{149E8246-107E-446D-83A2-2619E61A535F}" type="pres">
      <dgm:prSet presAssocID="{6683C677-89E1-4E18-8444-F8D0F9174767}" presName="pictRect" presStyleCnt="6" presStyleIdx="2" presStyleLbl="revTx">
        <dgm:presLayoutVars>
          <dgm:chMax val="0"/>
          <dgm:bulletEnabled/>
        </dgm:presLayoutVars>
      </dgm:prSet>
      <dgm:spPr/>
    </dgm:pt>
    <dgm:pt modelId="{8EE598D4-3436-4B47-84B1-DAD22BF1454E}" type="pres">
      <dgm:prSet presAssocID="{6683C677-89E1-4E18-8444-F8D0F9174767}" presName="textRect" presStyleCnt="6" presStyleIdx="3" presStyleLbl="revTx">
        <dgm:presLayoutVars>
          <dgm:bulletEnabled/>
        </dgm:presLayoutVars>
      </dgm:prSet>
      <dgm:spPr/>
    </dgm:pt>
    <dgm:pt modelId="{4AFCB975-8743-43A1-8661-60F23E9B89A3}" type="pres">
      <dgm:prSet presAssocID="{09D8EA0C-EED3-4BB1-8AEF-7CFB760A7162}" presName="sibTrans" presStyleCnt="0" presStyleIdx="0" presStyleLbl="sibTrans2D1"/>
      <dgm:spPr/>
    </dgm:pt>
    <dgm:pt modelId="{CDF5A025-CFDC-4004-91F9-1AE14552A37B}" type="pres">
      <dgm:prSet presAssocID="{1DD03B1B-225F-4F59-88E9-6E12FADD869B}" presName="compNode" presStyleCnt="0"/>
      <dgm:spPr/>
    </dgm:pt>
    <dgm:pt modelId="{7601E8C4-7F17-4695-B1CE-57EF4035A40F}" type="pres">
      <dgm:prSet presAssocID="{1DD03B1B-225F-4F59-88E9-6E12FADD869B}" presName="pictRect" presStyleCnt="6" presStyleIdx="4" presStyleLbl="revTx">
        <dgm:presLayoutVars>
          <dgm:chMax val="0"/>
          <dgm:bulletEnabled/>
        </dgm:presLayoutVars>
      </dgm:prSet>
      <dgm:spPr/>
    </dgm:pt>
    <dgm:pt modelId="{4089A5D8-997B-4184-99FA-4FC49BC3D349}" type="pres">
      <dgm:prSet presAssocID="{1DD03B1B-225F-4F59-88E9-6E12FADD869B}" presName="textRect" presStyleCnt="6" presStyleIdx="5" presStyleLbl="revTx">
        <dgm:presLayoutVars>
          <dgm:bulletEnabled/>
        </dgm:presLayoutVars>
      </dgm:prSet>
      <dgm:spPr/>
    </dgm:pt>
  </dgm:ptLst>
  <dgm:cxnLst>
    <dgm:cxn destId="{8EE598D4-3436-4B47-84B1-DAD22BF1454E}" destOrd="0" modelId="{6E9CBC10-6408-4B6B-9D91-3B6CF69723A7}" presId="urn:microsoft.com/office/officeart/2024/3/layout/ArchList1#26" srcId="{56734F44-9D7F-4CFB-9CBD-E0EEABC32D3D}" srcOrd="0" type="presOf"/>
    <dgm:cxn destId="{439189D0-7625-4BFC-AE7F-D155DAEB60E0}" destOrd="0" modelId="{F20F3214-47B8-4901-993F-1C150E72B110}" presId="urn:microsoft.com/office/officeart/2024/3/layout/ArchList1#26" srcId="{F79D005A-EF78-4DC8-A9B0-7B54127FABB3}" srcOrd="0" type="presOf"/>
    <dgm:cxn destId="{4AFCB975-8743-43A1-8661-60F23E9B89A3}" destOrd="0" modelId="{C8E9B118-1144-4153-9F17-68806EA98F56}" presId="urn:microsoft.com/office/officeart/2024/3/layout/ArchList1#26" srcId="{09D8EA0C-EED3-4BB1-8AEF-7CFB760A7162}" srcOrd="0" type="presOf"/>
    <dgm:cxn destId="{C046629B-369E-4F2D-9BA1-5E3C2DFD91CF}" destOrd="0" modelId="{8BAEE11B-222F-42FE-A09C-06651794E8C6}" presId="urn:microsoft.com/office/officeart/2024/3/layout/ArchList1#26" srcId="{5C6C0E93-31C2-4367-9734-22A77E91F852}" srcOrd="0" type="presOf"/>
    <dgm:cxn destId="{4089A5D8-997B-4184-99FA-4FC49BC3D349}" destOrd="0" modelId="{AA786369-BAB6-4E7D-8D40-3038C2F9BD94}" presId="urn:microsoft.com/office/officeart/2024/3/layout/ArchList1#26" srcId="{F6C60737-054A-4D4C-890B-C348D450576A}" srcOrd="0" type="presOf"/>
    <dgm:cxn destId="{56734F44-9D7F-4CFB-9CBD-E0EEABC32D3D}" destOrd="0" modelId="{BF038F71-DD3A-456F-94B1-E4A5F6A7590E}" parTransId="{A3AD6FCC-E4F5-46B4-B004-A23AC5C6F65B}" sibTransId="{9C036100-254F-47F6-B01F-1758F7BB772A}" srcId="{6683C677-89E1-4E18-8444-F8D0F9174767}" srcOrd="0"/>
    <dgm:cxn destId="{149E8246-107E-446D-83A2-2619E61A535F}" destOrd="0" modelId="{08D96A7A-7B33-4E0A-B8CD-43FF03620A4D}" presId="urn:microsoft.com/office/officeart/2024/3/layout/ArchList1#26" srcId="{6683C677-89E1-4E18-8444-F8D0F9174767}" srcOrd="0" type="presOf"/>
    <dgm:cxn destId="{6683C677-89E1-4E18-8444-F8D0F9174767}" destOrd="0" modelId="{56C8B87E-0F96-4F20-8345-3069AB024E9E}" parTransId="{9096D71F-9713-469B-ACE6-161111FE9A54}" sibTransId="{09D8EA0C-EED3-4BB1-8AEF-7CFB760A7162}" srcId="{F79D005A-EF78-4DC8-A9B0-7B54127FABB3}" srcOrd="1"/>
    <dgm:cxn destId="{922F7867-BAA8-4280-885B-E9A3B540D23F}" destOrd="0" modelId="{D1B1DD7F-1A0E-4B47-A656-BC529ACC4476}" presId="urn:microsoft.com/office/officeart/2024/3/layout/ArchList1#26" srcId="{5DC4A6D3-8F5B-462C-98E5-9DBA04B5F5C0}" srcOrd="0" type="presOf"/>
    <dgm:cxn destId="{F6C60737-054A-4D4C-890B-C348D450576A}" destOrd="0" modelId="{6193C484-8ABE-4C8E-BC1B-11825138E8E6}" parTransId="{AD74D646-4FE6-49CB-B06E-B0BEE753FD5B}" sibTransId="{33DDF299-F25D-43EA-B386-54F6148ECB5B}" srcId="{1DD03B1B-225F-4F59-88E9-6E12FADD869B}" srcOrd="0"/>
    <dgm:cxn destId="{5DC4A6D3-8F5B-462C-98E5-9DBA04B5F5C0}" destOrd="0" modelId="{B8CDC488-4F8D-4EF9-86AB-BC5EDA02D830}" parTransId="{05AC1DA1-5915-400C-AA8A-59903F7D8430}" sibTransId="{EBE04370-C115-496A-829B-022F025D9929}" srcId="{5C6C0E93-31C2-4367-9734-22A77E91F852}" srcOrd="0"/>
    <dgm:cxn destId="{7601E8C4-7F17-4695-B1CE-57EF4035A40F}" destOrd="0" modelId="{B029E4AA-8B93-47D3-B437-B1BD6DD71A20}" presId="urn:microsoft.com/office/officeart/2024/3/layout/ArchList1#26" srcId="{1DD03B1B-225F-4F59-88E9-6E12FADD869B}" srcOrd="0" type="presOf"/>
    <dgm:cxn destId="{5B9D68AB-F95F-4888-AF28-C7B8CC572246}" destOrd="0" modelId="{3D5AEDEE-0A77-43E9-86F0-551CA752D47B}" presId="urn:microsoft.com/office/officeart/2024/3/layout/ArchList1#26" srcId="{57C15597-8730-4C5E-950A-E3E94A8A5729}" srcOrd="0" type="presOf"/>
    <dgm:cxn destId="{5C6C0E93-31C2-4367-9734-22A77E91F852}" destOrd="0" modelId="{380048F8-519C-4DF3-983E-65F199CAF07C}" parTransId="{8C6185DB-C15F-4142-9FFC-06798EBB4FD3}" sibTransId="{57C15597-8730-4C5E-950A-E3E94A8A5729}" srcId="{F79D005A-EF78-4DC8-A9B0-7B54127FABB3}" srcOrd="0"/>
    <dgm:cxn destId="{1DD03B1B-225F-4F59-88E9-6E12FADD869B}" destOrd="0" modelId="{3651E0FD-E66F-4F72-99C5-BD809EC3C96C}" parTransId="{FE2FFDD7-EC33-4C15-918C-5DE14D4351F6}" sibTransId="{36F1427C-26E2-4129-AD15-F3263C896B71}" srcId="{F79D005A-EF78-4DC8-A9B0-7B54127FABB3}" srcOrd="2"/>
    <dgm:cxn destId="{427D038D-8874-450F-AD39-DCA5940C79C2}" destOrd="0" modelId="{C4441C21-4D4A-419E-BDB5-0EFDEC6881AA}" presId="urn:microsoft.com/office/officeart/2024/3/layout/ArchList1#26" srcId="{439189D0-7625-4BFC-AE7F-D155DAEB60E0}" srcOrd="0" type="presParOf"/>
    <dgm:cxn destId="{C046629B-369E-4F2D-9BA1-5E3C2DFD91CF}" destOrd="0" modelId="{35BD9CA1-4C81-4437-9E5F-F14F1F9C26BE}" presId="urn:microsoft.com/office/officeart/2024/3/layout/ArchList1#26" srcId="{427D038D-8874-450F-AD39-DCA5940C79C2}" srcOrd="0" type="presParOf"/>
    <dgm:cxn destId="{922F7867-BAA8-4280-885B-E9A3B540D23F}" destOrd="0" modelId="{0B25A04F-F6D2-4255-AE2F-F93FD358A9F0}" presId="urn:microsoft.com/office/officeart/2024/3/layout/ArchList1#26" srcId="{427D038D-8874-450F-AD39-DCA5940C79C2}" srcOrd="1" type="presParOf"/>
    <dgm:cxn destId="{5B9D68AB-F95F-4888-AF28-C7B8CC572246}" destOrd="0" modelId="{4FBA8DEA-058A-488C-9128-632035E3EAD3}" presId="urn:microsoft.com/office/officeart/2024/3/layout/ArchList1#26" srcId="{439189D0-7625-4BFC-AE7F-D155DAEB60E0}" srcOrd="1" type="presParOf"/>
    <dgm:cxn destId="{48C5B127-2DFE-4CE5-9384-32D732EE91F1}" destOrd="0" modelId="{E32CAB04-EB91-48B0-88D3-91BB21C269B5}" presId="urn:microsoft.com/office/officeart/2024/3/layout/ArchList1#26" srcId="{439189D0-7625-4BFC-AE7F-D155DAEB60E0}" srcOrd="2" type="presParOf"/>
    <dgm:cxn destId="{149E8246-107E-446D-83A2-2619E61A535F}" destOrd="0" modelId="{3247B220-9C19-44F7-B795-F64ED64B9E4D}" presId="urn:microsoft.com/office/officeart/2024/3/layout/ArchList1#26" srcId="{48C5B127-2DFE-4CE5-9384-32D732EE91F1}" srcOrd="0" type="presParOf"/>
    <dgm:cxn destId="{8EE598D4-3436-4B47-84B1-DAD22BF1454E}" destOrd="0" modelId="{2B0159A6-CBB2-4720-AD9D-7D0D21E11BFE}" presId="urn:microsoft.com/office/officeart/2024/3/layout/ArchList1#26" srcId="{48C5B127-2DFE-4CE5-9384-32D732EE91F1}" srcOrd="1" type="presParOf"/>
    <dgm:cxn destId="{4AFCB975-8743-43A1-8661-60F23E9B89A3}" destOrd="0" modelId="{C4A25BD5-B19C-4B50-B226-AE9161EA5D48}" presId="urn:microsoft.com/office/officeart/2024/3/layout/ArchList1#26" srcId="{439189D0-7625-4BFC-AE7F-D155DAEB60E0}" srcOrd="3" type="presParOf"/>
    <dgm:cxn destId="{CDF5A025-CFDC-4004-91F9-1AE14552A37B}" destOrd="0" modelId="{3904024F-68F4-46C4-B2F0-EFA55405E3F3}" presId="urn:microsoft.com/office/officeart/2024/3/layout/ArchList1#26" srcId="{439189D0-7625-4BFC-AE7F-D155DAEB60E0}" srcOrd="4" type="presParOf"/>
    <dgm:cxn destId="{7601E8C4-7F17-4695-B1CE-57EF4035A40F}" destOrd="0" modelId="{6E5E03FD-89E3-4F21-880B-A61477759132}" presId="urn:microsoft.com/office/officeart/2024/3/layout/ArchList1#26" srcId="{CDF5A025-CFDC-4004-91F9-1AE14552A37B}" srcOrd="0" type="presParOf"/>
    <dgm:cxn destId="{4089A5D8-997B-4184-99FA-4FC49BC3D349}" destOrd="0" modelId="{387C8A76-3DF5-4D94-95AC-2E13970FACED}" presId="urn:microsoft.com/office/officeart/2024/3/layout/ArchList1#26" srcId="{CDF5A025-CFDC-4004-91F9-1AE14552A37B}" srcOrd="1" type="presParOf"/>
  </dgm:cxnLst>
  <dgm:bg/>
  <dgm:whole/>
  <dgm:extLst>
    <a:ext uri="http://schemas.microsoft.com/office/drawing/2008/diagram">
      <dsp:dataModelExt xmlns:dsp="http://schemas.microsoft.com/office/drawing/2008/diagram" minVer="http://schemas.openxmlformats.org/drawingml/2006/diagram" relId="rId6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GrpSpPr/>
      <dsp:cNvPr id="0" name=""/>
    </dsp:nvGrpSpPr>
    <dsp:grpSpPr/>
    <dsp:sp modelId="{C046629B-369E-4F2D-9BA1-5E3C2DFD91CF}">
      <dsp:nvSpPr>
        <dsp:cNvPr id="0" name=""/>
        <dsp:cNvSpPr/>
      </dsp:nvSpPr>
      <dsp:spPr>
        <a:xfrm>
          <a:off x="0" y="0"/>
          <a:ext cx="3019425" cy="332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22860" lIns="137160" numCol="1" rIns="22860" spcCol="1270" spcFirstLastPara="0" tIns="22860" vert="horz" wrap="square">
          <a:noAutofit/>
        </a:bodyPr>
        <a:lstStyle/>
        <a:p>
          <a:pPr algn="l" defTabSz="800100" indent="0" lvl="0" mar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b="1" dirty="0" kern="1200" lang="en-US" sz="1800"/>
            <a:t>Proven results</a:t>
          </a:r>
          <a:endParaRPr dirty="0" kern="1200" lang="en-US" sz="1800">
            <a:solidFill>
              <a:schemeClr val="tx1"/>
            </a:solidFill>
          </a:endParaRPr>
        </a:p>
      </dsp:txBody>
      <dsp:txXfrm>
        <a:off x="0" y="0"/>
        <a:ext cx="3019425" cy="332660"/>
      </dsp:txXfrm>
    </dsp:sp>
    <dsp:sp modelId="{922F7867-BAA8-4280-885B-E9A3B540D23F}">
      <dsp:nvSpPr>
        <dsp:cNvPr id="0" name=""/>
        <dsp:cNvSpPr/>
      </dsp:nvSpPr>
      <dsp:spPr>
        <a:xfrm>
          <a:off x="0" y="332660"/>
          <a:ext cx="3019425" cy="2356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17780" lIns="137160" numCol="1" rIns="17780" spcCol="1270" spcFirstLastPara="0" tIns="17780" vert="horz" wrap="square">
          <a:noAutofit/>
        </a:bodyPr>
        <a:lstStyle/>
        <a:p>
          <a:pPr algn="l" defTabSz="622300" indent="0" lvl="0" mar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dirty="0" kern="1200" lang="en-US" sz="1400"/>
            <a:t>We’ve helped hundreds of businesses transform their operations by implementing innovative solutions that streamline processes, enhance productivity, and drive growth.</a:t>
          </a:r>
          <a:endParaRPr dirty="0" kern="1200" lang="en-US" sz="1400">
            <a:solidFill>
              <a:schemeClr val="tx1"/>
            </a:solidFill>
          </a:endParaRPr>
        </a:p>
      </dsp:txBody>
      <dsp:txXfrm>
        <a:off x="0" y="332660"/>
        <a:ext cx="3019425" cy="2356675"/>
      </dsp:txXfrm>
    </dsp:sp>
    <dsp:sp modelId="{149E8246-107E-446D-83A2-2619E61A535F}">
      <dsp:nvSpPr>
        <dsp:cNvPr id="0" name=""/>
        <dsp:cNvSpPr/>
      </dsp:nvSpPr>
      <dsp:spPr>
        <a:xfrm>
          <a:off x="3321367" y="0"/>
          <a:ext cx="3019425" cy="332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22860" lIns="137160" numCol="1" rIns="22860" spcCol="1270" spcFirstLastPara="0" tIns="22860" vert="horz" wrap="square">
          <a:noAutofit/>
        </a:bodyPr>
        <a:lstStyle/>
        <a:p>
          <a:pPr algn="l" defTabSz="800100" indent="0" lvl="0" mar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b="1" dirty="0" kern="1200" lang="en-US" sz="1800"/>
            <a:t>Tailored approach</a:t>
          </a:r>
          <a:endParaRPr dirty="0" kern="1200" lang="en-US" sz="1800">
            <a:solidFill>
              <a:schemeClr val="tx1"/>
            </a:solidFill>
          </a:endParaRPr>
        </a:p>
      </dsp:txBody>
      <dsp:txXfrm>
        <a:off x="3321367" y="0"/>
        <a:ext cx="3019425" cy="332660"/>
      </dsp:txXfrm>
    </dsp:sp>
    <dsp:sp modelId="{8EE598D4-3436-4B47-84B1-DAD22BF1454E}">
      <dsp:nvSpPr>
        <dsp:cNvPr id="0" name=""/>
        <dsp:cNvSpPr/>
      </dsp:nvSpPr>
      <dsp:spPr>
        <a:xfrm>
          <a:off x="3321367" y="332660"/>
          <a:ext cx="3019425" cy="2356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17780" lIns="137160" numCol="1" rIns="17780" spcCol="1270" spcFirstLastPara="0" tIns="17780" vert="horz" wrap="square">
          <a:noAutofit/>
        </a:bodyPr>
        <a:lstStyle/>
        <a:p>
          <a:pPr algn="l" defTabSz="622300" indent="0" lvl="0" mar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dirty="0" kern="1200" lang="en-US" sz="1400"/>
            <a:t>Our solutions are customized to fit your unique needs, ensuring that you receive the most effective and relevant support for your specific challenges. </a:t>
          </a:r>
          <a:endParaRPr dirty="0" kern="1200" lang="en-US" sz="1400">
            <a:solidFill>
              <a:schemeClr val="tx1"/>
            </a:solidFill>
          </a:endParaRPr>
        </a:p>
      </dsp:txBody>
      <dsp:txXfrm>
        <a:off x="3321367" y="332660"/>
        <a:ext cx="3019425" cy="2356675"/>
      </dsp:txXfrm>
    </dsp:sp>
    <dsp:sp modelId="{7601E8C4-7F17-4695-B1CE-57EF4035A40F}">
      <dsp:nvSpPr>
        <dsp:cNvPr id="0" name=""/>
        <dsp:cNvSpPr/>
      </dsp:nvSpPr>
      <dsp:spPr>
        <a:xfrm>
          <a:off x="6642735" y="0"/>
          <a:ext cx="3019425" cy="332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22860" lIns="137160" numCol="1" rIns="22860" spcCol="1270" spcFirstLastPara="0" tIns="22860" vert="horz" wrap="square">
          <a:noAutofit/>
        </a:bodyPr>
        <a:lstStyle/>
        <a:p>
          <a:pPr algn="l" defTabSz="800100" indent="0" lvl="0" mar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b="1" dirty="0" kern="1200" lang="en-US" sz="1800"/>
            <a:t>Unmatched support</a:t>
          </a:r>
          <a:endParaRPr dirty="0" kern="1200" lang="en-US" sz="1800">
            <a:solidFill>
              <a:schemeClr val="tx1"/>
            </a:solidFill>
          </a:endParaRPr>
        </a:p>
      </dsp:txBody>
      <dsp:txXfrm>
        <a:off x="6642735" y="0"/>
        <a:ext cx="3019425" cy="332660"/>
      </dsp:txXfrm>
    </dsp:sp>
    <dsp:sp modelId="{4089A5D8-997B-4184-99FA-4FC49BC3D349}">
      <dsp:nvSpPr>
        <dsp:cNvPr id="0" name=""/>
        <dsp:cNvSpPr/>
      </dsp:nvSpPr>
      <dsp:spPr>
        <a:xfrm>
          <a:off x="6642735" y="332660"/>
          <a:ext cx="3019425" cy="2356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b="0" g="0" r="0"/>
        </a:lnRef>
        <a:fillRef idx="0">
          <a:scrgbClr b="0" g="0" r="0"/>
        </a:fillRef>
        <a:effectRef idx="0">
          <a:scrgbClr b="0" g="0" r="0"/>
        </a:effectRef>
        <a:fontRef idx="minor"/>
      </dsp:style>
      <dsp:txBody>
        <a:bodyPr anchor="t" anchorCtr="0" bIns="17780" lIns="137160" numCol="1" rIns="17780" spcCol="1270" spcFirstLastPara="0" tIns="17780" vert="horz" wrap="square">
          <a:noAutofit/>
        </a:bodyPr>
        <a:lstStyle/>
        <a:p>
          <a:pPr algn="l" defTabSz="622300" indent="0" lvl="0" mar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dirty="0" kern="1200" lang="en-US" sz="1400"/>
            <a:t>We offer ongoing guidance to ensure long-term success, providing you with the tools, resources, and expertise needed to navigate any challenges that may arise.</a:t>
          </a:r>
          <a:endParaRPr dirty="0" kern="1200" lang="en-US" sz="1400">
            <a:solidFill>
              <a:schemeClr val="tx1"/>
            </a:solidFill>
          </a:endParaRPr>
        </a:p>
      </dsp:txBody>
      <dsp:txXfrm>
        <a:off x="6642735" y="332660"/>
        <a:ext cx="3019425" cy="2356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ArchList1#26">
  <dgm:title val="Flexible Text blocks"/>
  <dgm:desc val="Short bits of text with formatted headers. Use as an easier-to-read alternative to a bulleted list."/>
  <dgm:catLst>
    <dgm:cat pri="100" type="list"/>
    <dgm:cat pri="500" type="timeline"/>
    <dgm:cat pri="600" type="process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destId="1" destOrd="0" modelId="7" srcId="0" srcOrd="0"/>
        <dgm:cxn destId="2" destOrd="0" modelId="8" srcId="0" srcOrd="1"/>
        <dgm:cxn destId="3" destOrd="0" modelId="9" srcId="0" srcOrd="2"/>
        <dgm:cxn destId="4" destOrd="0" modelId="10" srcId="0" srcOrd="3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destId="1" destOrd="0" modelId="3" srcId="0" srcOrd="0"/>
        <dgm:cxn destId="2" destOrd="0" modelId="4" srcId="0" srcOrd="1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destId="1" destOrd="0" modelId="5" srcId="0" srcOrd="0"/>
        <dgm:cxn destId="2" destOrd="0" modelId="6" srcId="0" srcOrd="1"/>
        <dgm:cxn destId="3" destOrd="0" modelId="7" srcId="0" srcOrd="2"/>
        <dgm:cxn destId="4" destOrd="0" modelId="8" srcId="0" srcOrd="3"/>
      </dgm:cxnLst>
      <dgm:bg/>
      <dgm:whole/>
    </dgm:dataModel>
  </dgm:clrData>
  <dgm:layoutNode name="Name0">
    <dgm:varLst>
      <dgm:dir/>
      <dgm:resizeHandles val="exact"/>
    </dgm:varLst>
    <dgm:choose name="Name1">
      <dgm:if arg="dir" func="var" name="Name2" op="equ" val="norm">
        <dgm:alg type="lin">
          <dgm:param type="vertAlign" val="t"/>
          <dgm:param type="horzAlign" val="l"/>
        </dgm:alg>
      </dgm:if>
      <dgm:else name="Name3">
        <dgm:alg type="lin">
          <dgm:param type="linDir" val="fromR"/>
        </dgm:alg>
      </dgm:else>
    </dgm:choose>
    <dgm:presOf/>
    <dgm:constrLst>
      <dgm:constr for="des" forName="pictRect" op="equ" type="primFontSz" val="18"/>
      <dgm:constr fact="0.77" for="des" forName="textRect" op="equ" refFor="des" refForName="pictRect" refType="primFontSz" type="primFontSz"/>
      <dgm:constr for="ch" forName="compNode" refType="w" type="w"/>
      <dgm:constr for="ch" forName="compNode" refType="h" type="h"/>
      <dgm:constr for="des" forName="pictRect" op="equ" type="h"/>
      <dgm:constr fact="3" for="des" forName="pictRect" refFor="des" refForName="pictRect" refType="primFontSz" type="h"/>
      <dgm:constr fact="0.1" for="ch" op="equ" ptType="sibTrans" refFor="ch" refForName="compNode" refType="w" type="w"/>
      <dgm:constr fact="0.1" op="equ" refFor="ch" refForName="compNode" refType="w" type="sp"/>
    </dgm:constrLst>
    <dgm:ruleLst/>
    <dgm:forEach axis="ch" name="Name4" ptType="node">
      <dgm:layoutNode name="compNode">
        <dgm:alg type="composite"/>
        <dgm:shape xmlns:r="http://schemas.openxmlformats.org/officeDocument/2006/relationships" r:blip="">
          <dgm:adjLst/>
        </dgm:shape>
        <dgm:layoutNode name="pictRect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r:blip="" type="rect">
            <dgm:adjLst/>
          </dgm:shape>
          <dgm:varLst>
            <dgm:chMax val="0"/>
            <dgm:bulletEnabled/>
          </dgm:varLst>
          <dgm:presOf axis="self"/>
          <dgm:choose name="choosePictRectConstraints">
            <dgm:if arg="dir" func="var" name="ifPictRectConstraints" op="equ" val="norm">
              <dgm:constrLst>
                <dgm:constr fact="0.4" op="lte" refType="w" type="h"/>
                <dgm:constr type="lMarg" val="10.8"/>
                <dgm:constr fact="0.1" refType="primFontSz" type="rMarg"/>
                <dgm:constr fact="0.1" refType="primFontSz" type="tMarg"/>
                <dgm:constr fact="0.1" refType="primFontSz" type="bMarg"/>
              </dgm:constrLst>
            </dgm:if>
            <dgm:else name="elsePictRectConstraints">
              <dgm:constrLst>
                <dgm:constr fact="0.1" refType="primFontSz" type="lMarg"/>
                <dgm:constr type="rMarg" val="10.8"/>
                <dgm:constr fact="0.1" refType="primFontSz" type="tMarg"/>
                <dgm:constr fact="0.1" refType="primFontSz" type="bMarg"/>
              </dgm:constrLst>
            </dgm:else>
          </dgm:choose>
          <dgm:ruleLst>
            <dgm:rule fact="NaN" max="NaN" type="h" val="INF"/>
            <dgm:rule fact="NaN" max="NaN" type="primFontSz" val="5"/>
          </dgm:ruleLst>
        </dgm:layoutNode>
        <dgm:layoutNode name="textRect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r:blip="" type="rect">
            <dgm:adjLst/>
          </dgm:shape>
          <dgm:varLst>
            <dgm:bulletEnabled/>
          </dgm:varLst>
          <dgm:presOf axis="des" ptType="node"/>
          <dgm:choose name="chooseTextRectConstraints">
            <dgm:if arg="dir" func="var" name="ifTextRectConstraints" op="equ" val="norm">
              <dgm:constrLst>
                <dgm:constr type="lMarg" val="10.8"/>
                <dgm:constr fact="0.1" refType="primFontSz" type="rMarg"/>
                <dgm:constr fact="0.1" refType="primFontSz" type="tMarg"/>
                <dgm:constr fact="0.1" refType="primFontSz" type="bMarg"/>
              </dgm:constrLst>
            </dgm:if>
            <dgm:else name="elseTextRectConstraints">
              <dgm:constrLst>
                <dgm:constr fact="0.1" refType="primFontSz" type="lMarg"/>
                <dgm:constr type="rMarg" val="10.8"/>
                <dgm:constr fact="0.1" refType="primFontSz" type="tMarg"/>
                <dgm:constr fact="0.1" refType="primFontSz" type="bMarg"/>
              </dgm:constrLst>
            </dgm:else>
          </dgm:choose>
          <dgm:ruleLst>
            <dgm:rule fact="NaN" max="NaN" type="primFontSz" val="5"/>
          </dgm:ruleLst>
        </dgm:layoutNode>
        <dgm:presOf axis="self"/>
        <dgm:constrLst>
          <dgm:constr fact="0.1" for="ch" forName="pictRect" refType="h" type="h"/>
          <dgm:constr for="ch" forName="pictRect" type="l"/>
          <dgm:constr for="ch" forName="pictRect" type="t"/>
          <dgm:constr for="ch" forName="textRect" type="l"/>
          <dgm:constr for="ch" forName="textRect" refFor="ch" refForName="pictRect" refType="b" type="t"/>
        </dgm:constrLst>
        <dgm:ruleLst/>
      </dgm:layoutNode>
      <dgm:forEach axis="followSib" cnt="1" name="Name5" ptType="sibTrans">
        <dgm:layoutNode name="sibTrans">
          <dgm:alg type="sp"/>
          <dgm:shape xmlns:r="http://schemas.openxmlformats.org/officeDocument/2006/relationships" hideGeom="1" r:blip="" type="rect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pri="10100" type="simple"/>
  </dgm:catLst>
  <dgm:scene3d>
    <a:camera prst="orthographicFront"/>
    <a:lightRig dir="t" rig="threePt"/>
  </dgm:scene3d>
  <dgm:styleLbl name="node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l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ven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tx1"/>
      </a:fontRef>
    </dgm:style>
  </dgm:styleLbl>
  <dgm:styleLbl name="align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node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ImgPlac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f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bgSibTrans2D1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sibTrans1D1">
    <dgm:scene3d>
      <a:camera prst="orthographicFront"/>
      <a:lightRig dir="t" rig="threePt"/>
    </dgm:scene3d>
    <dgm:sp3d/>
    <dgm:txPr/>
    <dgm:style>
      <a:lnRef idx="1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callout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sst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asst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2D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>
        <a:schemeClr val="lt1"/>
      </a:fontRef>
    </dgm:style>
  </dgm:styleLbl>
  <dgm:styleLbl name="parChTrans1D1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2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3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parChTrans1D4">
    <dgm:scene3d>
      <a:camera prst="orthographicFront"/>
      <a:lightRig dir="t" rig="threePt"/>
    </dgm:scene3d>
    <dgm:sp3d/>
    <dgm:txPr/>
    <dgm:style>
      <a:lnRef idx="2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  <dgm:styleLbl name="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con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AlignAcc1">
    <dgm:scene3d>
      <a:camera prst="orthographicFront"/>
      <a:lightRig dir="t" rig="threePt"/>
    </dgm:scene3d>
    <dgm:sp3d/>
    <dgm:txPr/>
    <dgm:style>
      <a:lnRef idx="1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F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Align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solidBgAcc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align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AccFollowNode1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0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2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3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Acc4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dk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trBgShp">
    <dgm:scene3d>
      <a:camera prst="orthographicFront"/>
      <a:lightRig dir="t" rig="threePt"/>
    </dgm:scene3d>
    <dgm:sp3d/>
    <dgm:txPr/>
    <dgm:style>
      <a:lnRef idx="0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fgShp">
    <dgm:scene3d>
      <a:camera prst="orthographicFront"/>
      <a:lightRig dir="t" rig="threePt"/>
    </dgm:scene3d>
    <dgm:sp3d/>
    <dgm:txPr/>
    <dgm:style>
      <a:lnRef idx="2">
        <a:scrgbClr b="0" g="0" r="0"/>
      </a:lnRef>
      <a:fillRef idx="1">
        <a:scrgbClr b="0" g="0" r="0"/>
      </a:fillRef>
      <a:effectRef idx="0">
        <a:scrgbClr b="0" g="0" r="0"/>
      </a:effectRef>
      <a:fontRef idx="minor"/>
    </dgm:style>
  </dgm:styleLbl>
  <dgm:styleLbl name="revTx">
    <dgm:scene3d>
      <a:camera prst="orthographicFront"/>
      <a:lightRig dir="t" rig="threePt"/>
    </dgm:scene3d>
    <dgm:sp3d/>
    <dgm:txPr/>
    <dgm:style>
      <a:lnRef idx="0">
        <a:scrgbClr b="0" g="0" r="0"/>
      </a:lnRef>
      <a:fillRef idx="0">
        <a:scrgbClr b="0" g="0" r="0"/>
      </a:fillRef>
      <a:effectRef idx="0">
        <a:scrgbClr b="0" g="0" r="0"/>
      </a:effectRef>
      <a:fontRef idx="minor"/>
    </dgm:style>
  </dgm:styleLbl>
</dgm:styleDef>
</file>

<file path=ppt/handoutMasters/_rels/handoutMaster1.xml.rels><?xml version="1.0" encoding="UTF-8" standalone="yes"?>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idx="1" sz="quarter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7/1/2025</a:t>
            </a:fld>
            <a:endParaRPr dirty="0"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idx="2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idx="3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accent1="accent1" accent2="accent2" accent3="accent3" accent4="accent4" accent5="accent5" accent6="accent6" bg1="lt1" bg2="lt2" folHlink="folHlink" hlink="hlink" tx1="dk1" tx2="dk2"/>
</p:handoutMaster>
</file>

<file path=ppt/notesMasters/_rels/notesMaster1.xml.rels><?xml version="1.0" encoding="UTF-8" standalone="yes"?><Relationships xmlns="http://schemas.openxmlformats.org/package/2006/relationships"><Relationship Id="rId1" Target="../theme/theme1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numCol="1" rIns="91440" rtlCol="0" tIns="45720" vert="horz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7/1/2025</a:t>
            </a:fld>
            <a:endParaRPr dirty="0"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numCol="1" rIns="91440" rtlCol="0" tIns="45720" vert="horz"/>
          <a:lstStyle/>
          <a:p>
            <a:endParaRPr dirty="0"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numCol="1" rIns="91440" rtlCol="0" tIns="45720"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l">
              <a:defRPr sz="1200"/>
            </a:lvl1pPr>
          </a:lstStyle>
          <a:p>
            <a:endParaRPr dirty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numCol="1" rIns="91440" rtlCol="0" tIns="45720" vert="horz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2" Target="../media/image1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2" Target="../media/image2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2" Target="../media/image3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2" Target="../media/image3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2" Target="../media/image4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7.xml.rels><?xml version="1.0" encoding="UTF-8" standalone="yes"?><Relationships xmlns="http://schemas.openxmlformats.org/package/2006/relationships"><Relationship Id="rId2" Target="../media/image3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8.xml.rels><?xml version="1.0" encoding="UTF-8" standalone="yes"?><Relationships xmlns="http://schemas.openxmlformats.org/package/2006/relationships"><Relationship Id="rId2" Target="../media/image5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19.xml.rels><?xml version="1.0" encoding="UTF-8" standalone="yes"?><Relationships xmlns="http://schemas.openxmlformats.org/package/2006/relationships"><Relationship Id="rId2" Target="../media/image5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0.xml.rels><?xml version="1.0" encoding="UTF-8" standalone="yes"?><Relationships xmlns="http://schemas.openxmlformats.org/package/2006/relationships"><Relationship Id="rId2" Target="../media/image5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1.xml.rels><?xml version="1.0" encoding="UTF-8" standalone="yes"?><Relationships xmlns="http://schemas.openxmlformats.org/package/2006/relationships"><Relationship Id="rId2" Target="../media/image6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2.xml.rels><?xml version="1.0" encoding="UTF-8" standalone="yes"?><Relationships xmlns="http://schemas.openxmlformats.org/package/2006/relationships"><Relationship Id="rId2" Target="../media/image6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3.xml.rels><?xml version="1.0" encoding="UTF-8" standalone="yes"?><Relationships xmlns="http://schemas.openxmlformats.org/package/2006/relationships"><Relationship Id="rId2" Target="../media/image6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4.xml.rels><?xml version="1.0" encoding="UTF-8" standalone="yes"?><Relationships xmlns="http://schemas.openxmlformats.org/package/2006/relationships"><Relationship Id="rId2" Target="../media/image6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5.xml.rels><?xml version="1.0" encoding="UTF-8" standalone="yes"?><Relationships xmlns="http://schemas.openxmlformats.org/package/2006/relationships"><Relationship Id="rId2" Target="../media/image7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6.xml.rels><?xml version="1.0" encoding="UTF-8" standalone="yes"?><Relationships xmlns="http://schemas.openxmlformats.org/package/2006/relationships"><Relationship Id="rId2" Target="../media/image8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7.xml.rels><?xml version="1.0" encoding="UTF-8" standalone="yes"?><Relationships xmlns="http://schemas.openxmlformats.org/package/2006/relationships"><Relationship Id="rId2" Target="../media/image9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8.xml.rels><?xml version="1.0" encoding="UTF-8" standalone="yes"?><Relationships xmlns="http://schemas.openxmlformats.org/package/2006/relationships"><Relationship Id="rId2" Target="../media/image10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9.xml.rels><?xml version="1.0" encoding="UTF-8" standalone="yes"?><Relationships xmlns="http://schemas.openxmlformats.org/package/2006/relationships"><Relationship Id="rId2" Target="../media/image11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0.xml.rels><?xml version="1.0" encoding="UTF-8" standalone="yes"?><Relationships xmlns="http://schemas.openxmlformats.org/package/2006/relationships"><Relationship Id="rId2" Target="../media/image10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1.xml.rels><?xml version="1.0" encoding="UTF-8" standalone="yes"?><Relationships xmlns="http://schemas.openxmlformats.org/package/2006/relationships"><Relationship Id="rId2" Target="../media/image12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2.xml.rels><?xml version="1.0" encoding="UTF-8" standalone="yes"?><Relationships xmlns="http://schemas.openxmlformats.org/package/2006/relationships"><Relationship Id="rId2" Target="../media/image13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3.xml.rels><?xml version="1.0" encoding="UTF-8" standalone="yes"?><Relationships xmlns="http://schemas.openxmlformats.org/package/2006/relationships"><Relationship Id="rId2" Target="../media/image14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8.xml.rels><?xml version="1.0" encoding="UTF-8" standalone="yes"?><Relationships xmlns="http://schemas.openxmlformats.org/package/2006/relationships"><Relationship Id="rId2" Target="../media/image12.jp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 numCol="1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365760" y="5972630"/>
            <a:ext cx="11460480" cy="471668"/>
          </a:xfrm>
        </p:spPr>
        <p:txBody>
          <a:bodyPr anchor="t" numCol="1">
            <a:normAutofit/>
          </a:bodyPr>
          <a:lstStyle>
            <a:lvl1pPr algn="l" indent="0" marL="0">
              <a:buNone/>
              <a:defRPr sz="20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0"/>
            <a:ext cx="12191999" cy="4986425"/>
          </a:xfrm>
          <a:blipFill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idx="14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idx="15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idx="16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29236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70481D4-DE7D-3DE7-7EA7-5C7300E77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anchor="ctr" lIns="0"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835740-4430-BC15-9747-F191C8CB7871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056C580-C0FA-36F5-AD10-7B56327981F4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19" y="2070404"/>
            <a:ext cx="10250215" cy="4238956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3390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 numCol="1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7168897" y="4731335"/>
            <a:ext cx="4206240" cy="1184585"/>
          </a:xfrm>
        </p:spPr>
        <p:txBody>
          <a:bodyPr anchor="t" numCol="1">
            <a:normAutofit/>
          </a:bodyPr>
          <a:lstStyle>
            <a:lvl1pPr algn="l" indent="0" marL="0">
              <a:buNone/>
              <a:defRPr sz="20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0"/>
            <a:ext cx="658495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7168895" y="6453002"/>
            <a:ext cx="1707625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656475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2129475"/>
            <a:ext cx="4152898" cy="4093525"/>
          </a:xfrm>
        </p:spPr>
        <p:txBody>
          <a:bodyPr anchor="t" numCol="1">
            <a:noAutofit/>
          </a:bodyPr>
          <a:lstStyle>
            <a:lvl1pPr algn="l">
              <a:defRPr b="0" sz="7200"/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190622" y="1000759"/>
            <a:ext cx="5095878" cy="417408"/>
          </a:xfrm>
        </p:spPr>
        <p:txBody>
          <a:bodyPr anchor="b" lIns="0" numCol="1">
            <a:noAutofit/>
          </a:bodyPr>
          <a:lstStyle>
            <a:lvl1pPr algn="l" indent="0" marL="0">
              <a:buNone/>
              <a:defRPr b="1" sz="18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dirty="0"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7224097" y="0"/>
            <a:ext cx="3777281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7258523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548642"/>
            <a:ext cx="7478991" cy="3635797"/>
          </a:xfrm>
        </p:spPr>
        <p:txBody>
          <a:bodyPr anchor="t" numCol="1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188720" y="4473553"/>
            <a:ext cx="6655522" cy="1545336"/>
          </a:xfrm>
        </p:spPr>
        <p:txBody>
          <a:bodyPr anchor="b" numCol="1">
            <a:normAutofit/>
          </a:bodyPr>
          <a:lstStyle>
            <a:lvl1pPr algn="l" indent="0" marL="0">
              <a:buNone/>
              <a:defRPr sz="22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A00730E-C88D-D102-6D5F-4B67F8EB416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D0E7537-2C12-CB5F-D392-FB87F132E00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104950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854239"/>
            <a:ext cx="7876287" cy="3592629"/>
          </a:xfrm>
        </p:spPr>
        <p:txBody>
          <a:bodyPr anchor="b" numCol="1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188720" y="4617138"/>
            <a:ext cx="7375466" cy="1014984"/>
          </a:xfrm>
        </p:spPr>
        <p:txBody>
          <a:bodyPr anchor="t" numCol="1">
            <a:normAutofit/>
          </a:bodyPr>
          <a:lstStyle>
            <a:lvl1pPr algn="l" indent="0" marL="0">
              <a:buNone/>
              <a:defRPr sz="20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684206B-A091-FAAB-1810-8A4E31158B6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ED49BAC-6341-EC82-7727-8195FC1B0E9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505184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 numCol="1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2301923" y="4039647"/>
            <a:ext cx="7588155" cy="1414091"/>
          </a:xfrm>
        </p:spPr>
        <p:txBody>
          <a:bodyPr numCol="1">
            <a:normAutofit/>
          </a:bodyPr>
          <a:lstStyle>
            <a:lvl1pPr algn="ctr" indent="0" marL="0">
              <a:buNone/>
              <a:defRPr sz="2200">
                <a:latin typeface="+mn-lt"/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783641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486540"/>
            <a:ext cx="7538419" cy="4093526"/>
          </a:xfrm>
        </p:spPr>
        <p:txBody>
          <a:bodyPr anchor="ctr" numCol="1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656773081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1" y="664108"/>
            <a:ext cx="4709488" cy="1084367"/>
          </a:xfrm>
        </p:spPr>
        <p:txBody>
          <a:bodyPr anchor="b" numCol="1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ED8749C-9AC1-6ED0-7A37-C8CCB131453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1387D1-15D1-CE52-9FAB-A4865E17332B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DBE2974-CF8C-3529-125E-CE9BC87F5E78}"/>
              </a:ext>
            </a:extLst>
          </p:cNvPr>
          <p:cNvSpPr>
            <a:spLocks noGrp="1"/>
          </p:cNvSpPr>
          <p:nvPr>
            <p:ph idx="14" sz="quarter" type="pic"/>
          </p:nvPr>
        </p:nvSpPr>
        <p:spPr>
          <a:xfrm>
            <a:off x="1190627" y="0"/>
            <a:ext cx="3771898" cy="6858000"/>
          </a:xfrm>
          <a:blipFill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6843095" y="2496190"/>
            <a:ext cx="3771894" cy="3726810"/>
          </a:xfrm>
        </p:spPr>
        <p:txBody>
          <a:bodyPr numCol="1">
            <a:normAutofit/>
          </a:bodyPr>
          <a:lstStyle>
            <a:lvl1pPr indent="-457200" marL="457200">
              <a:buFont typeface="+mj-lt"/>
              <a:buAutoNum type="arabicPeriod"/>
              <a:defRPr sz="2400">
                <a:latin typeface="+mn-lt"/>
              </a:defRPr>
            </a:lvl1pPr>
            <a:lvl2pPr indent="-457200" marL="685800">
              <a:buFont typeface="+mj-lt"/>
              <a:buAutoNum type="arabicPeriod"/>
              <a:defRPr sz="2000">
                <a:latin typeface="+mn-lt"/>
              </a:defRPr>
            </a:lvl2pPr>
            <a:lvl3pPr indent="-342900" marL="800100">
              <a:buFont typeface="+mj-lt"/>
              <a:buAutoNum type="arabicPeriod"/>
              <a:defRPr sz="1800">
                <a:latin typeface="+mn-lt"/>
              </a:defRPr>
            </a:lvl3pPr>
            <a:lvl4pPr indent="-342900" marL="1028700">
              <a:buFont typeface="+mj-lt"/>
              <a:buAutoNum type="arabicPeriod"/>
              <a:defRPr sz="1600">
                <a:latin typeface="+mn-lt"/>
              </a:defRPr>
            </a:lvl4pPr>
            <a:lvl5pPr indent="-342900" marL="1257300">
              <a:buFont typeface="+mj-lt"/>
              <a:buAutoNum type="arabicPeriod"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20244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6" y="664108"/>
            <a:ext cx="8467558" cy="1554480"/>
          </a:xfrm>
        </p:spPr>
        <p:txBody>
          <a:bodyPr anchor="b" numCol="1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F3C31C-B978-2A3E-2C0C-FE528F7BF78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7845E8-CC34-D588-8989-5D98D1E40E7B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1204456" y="2333860"/>
            <a:ext cx="8467558" cy="3689909"/>
          </a:xfrm>
        </p:spPr>
        <p:txBody>
          <a:bodyPr numCol="1">
            <a:normAutofit/>
          </a:bodyPr>
          <a:lstStyle>
            <a:lvl1pPr indent="-457200" marL="457200">
              <a:buFont typeface="+mj-lt"/>
              <a:buAutoNum type="arabicPeriod"/>
              <a:defRPr sz="2400">
                <a:latin typeface="+mn-lt"/>
              </a:defRPr>
            </a:lvl1pPr>
            <a:lvl2pPr indent="-457200" marL="685800">
              <a:buFont typeface="+mj-lt"/>
              <a:buAutoNum type="arabicPeriod"/>
              <a:defRPr sz="2000">
                <a:latin typeface="+mn-lt"/>
              </a:defRPr>
            </a:lvl2pPr>
            <a:lvl3pPr indent="-342900" marL="800100">
              <a:buFont typeface="+mj-lt"/>
              <a:buAutoNum type="arabicPeriod"/>
              <a:defRPr sz="1800">
                <a:latin typeface="+mn-lt"/>
              </a:defRPr>
            </a:lvl3pPr>
            <a:lvl4pPr indent="-342900" marL="1028700">
              <a:buFont typeface="+mj-lt"/>
              <a:buAutoNum type="arabicPeriod"/>
              <a:defRPr sz="1600">
                <a:latin typeface="+mn-lt"/>
              </a:defRPr>
            </a:lvl4pPr>
            <a:lvl5pPr indent="-342900" marL="1257300">
              <a:buFont typeface="+mj-lt"/>
              <a:buAutoNum type="arabicPeriod"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29894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 numCol="1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idx="14" sz="quarter" type="pic"/>
          </p:nvPr>
        </p:nvSpPr>
        <p:spPr>
          <a:xfrm>
            <a:off x="0" y="0"/>
            <a:ext cx="6099048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6858000" y="2825496"/>
            <a:ext cx="4663440" cy="3337560"/>
          </a:xfrm>
        </p:spPr>
        <p:txBody>
          <a:bodyPr numCol="1">
            <a:normAutofit/>
          </a:bodyPr>
          <a:lstStyle>
            <a:lvl1pPr indent="-457200" marL="457200">
              <a:buFont typeface="+mj-lt"/>
              <a:buAutoNum type="arabicPeriod"/>
              <a:defRPr sz="2000">
                <a:latin typeface="+mn-lt"/>
              </a:defRPr>
            </a:lvl1pPr>
            <a:lvl2pPr indent="-342900" marL="571500">
              <a:buFont typeface="+mj-lt"/>
              <a:buAutoNum type="arabicPeriod"/>
              <a:defRPr sz="1800">
                <a:latin typeface="+mn-lt"/>
              </a:defRPr>
            </a:lvl2pPr>
            <a:lvl3pPr indent="-342900" marL="800100">
              <a:buFont typeface="+mj-lt"/>
              <a:buAutoNum type="arabicPeriod"/>
              <a:defRPr sz="1600">
                <a:latin typeface="+mn-lt"/>
              </a:defRPr>
            </a:lvl3pPr>
            <a:lvl4pPr indent="-342900" marL="1028700">
              <a:buFont typeface="+mj-lt"/>
              <a:buAutoNum type="arabicPeriod"/>
              <a:defRPr sz="1400">
                <a:latin typeface="+mn-lt"/>
              </a:defRPr>
            </a:lvl4pPr>
            <a:lvl5pPr>
              <a:buFont typeface="+mj-lt"/>
              <a:buAutoNum type="arabicPeriod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3B950D8-C96D-7764-78A3-3B6D396D9F26}"/>
              </a:ext>
            </a:extLst>
          </p:cNvPr>
          <p:cNvSpPr>
            <a:spLocks noGrp="1"/>
          </p:cNvSpPr>
          <p:nvPr>
            <p:ph idx="15" sz="half" type="dt"/>
          </p:nvPr>
        </p:nvSpPr>
        <p:spPr>
          <a:xfrm>
            <a:off x="6857999" y="6453002"/>
            <a:ext cx="2018521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787D348D-CA8C-5267-3202-652E1EF290A1}"/>
              </a:ext>
            </a:extLst>
          </p:cNvPr>
          <p:cNvSpPr>
            <a:spLocks noGrp="1"/>
          </p:cNvSpPr>
          <p:nvPr>
            <p:ph idx="16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84AB7CA-D5BB-9E83-EEE0-B88D781EC7D2}"/>
              </a:ext>
            </a:extLst>
          </p:cNvPr>
          <p:cNvSpPr>
            <a:spLocks noGrp="1"/>
          </p:cNvSpPr>
          <p:nvPr>
            <p:ph idx="17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99056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1980306"/>
            <a:ext cx="4325112" cy="2897389"/>
          </a:xfrm>
        </p:spPr>
        <p:txBody>
          <a:bodyPr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6273800" y="1977390"/>
            <a:ext cx="4325112" cy="2903220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3118E2B-3207-A8F3-F93D-FB277EF9F1F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B1990C-61FE-5E87-CFC8-B233DDA67EC5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7251152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2258568"/>
            <a:ext cx="4392739" cy="3557016"/>
          </a:xfrm>
        </p:spPr>
        <p:txBody>
          <a:bodyPr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5976938" y="2254250"/>
            <a:ext cx="4956175" cy="3556000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81524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 numCol="1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5519738" y="1538288"/>
            <a:ext cx="5681662" cy="4818062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450284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numCol="1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5522913" y="877456"/>
            <a:ext cx="6159500" cy="5390822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99231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4504268" y="549274"/>
            <a:ext cx="7315200" cy="580644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286910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817135"/>
            <a:ext cx="6093225" cy="1552062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72EB54-4BF3-F4CA-BD72-778CFF4F6214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5BE8C4-642B-4971-3DE8-AACF107D6F8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1247777" y="0"/>
            <a:ext cx="3603258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5538937" y="2591701"/>
            <a:ext cx="6071616" cy="3726803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058642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548640"/>
            <a:ext cx="6135624" cy="1143000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2DED-2B3A-CE39-E69D-F3836ED17C1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E5BD-9CFA-C31D-4BFA-0AE8D7FC15B1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1106424" y="1828800"/>
            <a:ext cx="6135624" cy="4489704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7897586" y="0"/>
            <a:ext cx="4294414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0318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4745736" y="1380744"/>
            <a:ext cx="6858000" cy="498348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idx="15" sz="half" type="dt"/>
          </p:nvPr>
        </p:nvSpPr>
        <p:spPr>
          <a:xfrm>
            <a:off x="4745736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idx="16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idx="17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17391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612647" y="1380744"/>
            <a:ext cx="6858000" cy="498348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idx="15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idx="16" sz="quarter" type="ftr"/>
          </p:nvPr>
        </p:nvSpPr>
        <p:spPr>
          <a:xfrm>
            <a:off x="4285799" y="6453002"/>
            <a:ext cx="2805405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idx="17" sz="quarter" type="sldNum"/>
          </p:nvPr>
        </p:nvSpPr>
        <p:spPr>
          <a:xfrm>
            <a:off x="7041440" y="645300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914465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0"/>
            <a:ext cx="661150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7253745" y="2212975"/>
            <a:ext cx="4362450" cy="409575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7253745" y="6453002"/>
            <a:ext cx="1622776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942225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612775" y="2212975"/>
            <a:ext cx="4360863" cy="409575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2031073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2168233" y="6453002"/>
            <a:ext cx="2805405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4923874" y="6453002"/>
            <a:ext cx="429207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184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1" y="0"/>
            <a:ext cx="649224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7104888" y="1380744"/>
            <a:ext cx="4512601" cy="498348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7104491" y="6453002"/>
            <a:ext cx="1772029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554558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 numCol="1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612774" y="1380744"/>
            <a:ext cx="4572000" cy="498348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2031073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2168233" y="6453002"/>
            <a:ext cx="2805405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4923874" y="6453002"/>
            <a:ext cx="429207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8372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0"/>
            <a:ext cx="7584144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8212790" y="2212975"/>
            <a:ext cx="3401568" cy="409575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idx="15" sz="half" type="dt"/>
          </p:nvPr>
        </p:nvSpPr>
        <p:spPr>
          <a:xfrm>
            <a:off x="8212663" y="6453002"/>
            <a:ext cx="922372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idx="16" sz="quarter" type="ftr"/>
          </p:nvPr>
        </p:nvSpPr>
        <p:spPr>
          <a:xfrm>
            <a:off x="9135035" y="6453002"/>
            <a:ext cx="2546891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idx="17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8711782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320" y="583413"/>
            <a:ext cx="3401568" cy="1527048"/>
          </a:xfrm>
        </p:spPr>
        <p:txBody>
          <a:bodyPr anchor="b" numCol="1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00F3212-B4E4-E3B9-9E46-A7D8520BE5D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9E47A45-AD40-CAFD-19C3-9B14080FB96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1188720" y="0"/>
            <a:ext cx="6065013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8021320" y="2212975"/>
            <a:ext cx="3401568" cy="4095750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63180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0" y="0"/>
            <a:ext cx="778136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8344096" y="3099816"/>
            <a:ext cx="3273552" cy="2953512"/>
          </a:xfrm>
        </p:spPr>
        <p:txBody>
          <a:bodyPr numCol="1">
            <a:normAutofit/>
          </a:bodyPr>
          <a:lstStyle>
            <a:lvl1pPr indent="0" marL="0">
              <a:buNone/>
              <a:defRPr sz="1600">
                <a:latin typeface="+mn-lt"/>
              </a:defRPr>
            </a:lvl1pPr>
            <a:lvl2pPr indent="0" marL="228600">
              <a:buNone/>
              <a:defRPr sz="1400">
                <a:latin typeface="+mn-lt"/>
              </a:defRPr>
            </a:lvl2pPr>
            <a:lvl3pPr indent="0" marL="457200">
              <a:buNone/>
              <a:defRPr sz="1200">
                <a:latin typeface="+mn-lt"/>
              </a:defRPr>
            </a:lvl3pPr>
            <a:lvl4pPr indent="0" marL="685800">
              <a:buNone/>
              <a:defRPr sz="1100">
                <a:latin typeface="+mn-lt"/>
              </a:defRPr>
            </a:lvl4pPr>
            <a:lvl5pPr indent="0" marL="914400">
              <a:buNone/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43102" y="6453002"/>
            <a:ext cx="1003659" cy="365125"/>
          </a:xfrm>
          <a:prstGeom prst="rect">
            <a:avLst/>
          </a:prstGeom>
        </p:spPr>
        <p:txBody>
          <a:bodyPr numCol="1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346761" y="6453002"/>
            <a:ext cx="2335165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6042714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5349240" y="5012267"/>
            <a:ext cx="6400800" cy="1390330"/>
          </a:xfrm>
        </p:spPr>
        <p:txBody>
          <a:bodyPr numCol="1">
            <a:noAutofit/>
          </a:bodyPr>
          <a:lstStyle>
            <a:lvl1pPr indent="0" marL="0">
              <a:buFont charset="0" panose="020B0604020202020204" pitchFamily="34" typeface="Arial"/>
              <a:buNone/>
              <a:defRPr sz="1600">
                <a:latin typeface="+mn-lt"/>
              </a:defRPr>
            </a:lvl1pPr>
            <a:lvl2pPr indent="0" marL="228600">
              <a:buFont charset="0" panose="020B0604020202020204" pitchFamily="34" typeface="Arial"/>
              <a:buNone/>
              <a:defRPr sz="1400">
                <a:latin typeface="+mn-lt"/>
              </a:defRPr>
            </a:lvl2pPr>
            <a:lvl3pPr indent="0" marL="457200">
              <a:buFont charset="0" panose="020B0604020202020204" pitchFamily="34" typeface="Arial"/>
              <a:buNone/>
              <a:defRPr sz="1200">
                <a:latin typeface="+mn-lt"/>
              </a:defRPr>
            </a:lvl3pPr>
            <a:lvl4pPr indent="0" marL="685800">
              <a:buFont charset="0" panose="020B0604020202020204" pitchFamily="34" typeface="Arial"/>
              <a:buNone/>
              <a:defRPr sz="1100">
                <a:latin typeface="+mn-lt"/>
              </a:defRPr>
            </a:lvl4pPr>
            <a:lvl5pPr indent="0" marL="914400">
              <a:buFont charset="0" panose="020B0604020202020204" pitchFamily="34" typeface="Arial"/>
              <a:buNone/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318926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3977640" y="4162318"/>
            <a:ext cx="7772400" cy="2240280"/>
          </a:xfrm>
        </p:spPr>
        <p:txBody>
          <a:bodyPr numCol="1">
            <a:noAutofit/>
          </a:bodyPr>
          <a:lstStyle>
            <a:lvl1pPr indent="-285750" marL="285750">
              <a:buFont charset="0" panose="020B0604020202020204" pitchFamily="34" typeface="Arial"/>
              <a:buChar char="•"/>
              <a:defRPr sz="1800">
                <a:latin typeface="+mn-lt"/>
              </a:defRPr>
            </a:lvl1pPr>
            <a:lvl2pPr indent="-285750" marL="514350">
              <a:buFont charset="0" panose="020B0604020202020204" pitchFamily="34" typeface="Arial"/>
              <a:buChar char="•"/>
              <a:defRPr sz="1600">
                <a:latin typeface="+mn-lt"/>
              </a:defRPr>
            </a:lvl2pPr>
            <a:lvl3pPr indent="-285750" marL="742950">
              <a:buFont charset="0" panose="020B0604020202020204" pitchFamily="34" typeface="Arial"/>
              <a:buChar char="•"/>
              <a:defRPr sz="1400">
                <a:latin typeface="+mn-lt"/>
              </a:defRPr>
            </a:lvl3pPr>
            <a:lvl4pPr indent="-171450" marL="857250">
              <a:buFont charset="0" panose="020B0604020202020204" pitchFamily="34" typeface="Arial"/>
              <a:buChar char="•"/>
              <a:defRPr sz="1200">
                <a:latin typeface="+mn-lt"/>
              </a:defRPr>
            </a:lvl4pPr>
            <a:lvl5pPr indent="-171450" marL="1085850">
              <a:buFont charset="0" panose="020B0604020202020204" pitchFamily="34" typeface="Arial"/>
              <a:buChar char="•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1867100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3977640" y="561425"/>
            <a:ext cx="7772400" cy="2240280"/>
          </a:xfrm>
        </p:spPr>
        <p:txBody>
          <a:bodyPr numCol="1">
            <a:noAutofit/>
          </a:bodyPr>
          <a:lstStyle>
            <a:lvl1pPr indent="-285750" marL="285750">
              <a:buFont charset="0" panose="020B0604020202020204" pitchFamily="34" typeface="Arial"/>
              <a:buChar char="•"/>
              <a:defRPr sz="1800">
                <a:latin typeface="+mn-lt"/>
              </a:defRPr>
            </a:lvl1pPr>
            <a:lvl2pPr indent="-285750" marL="514350">
              <a:buFont charset="0" panose="020B0604020202020204" pitchFamily="34" typeface="Arial"/>
              <a:buChar char="•"/>
              <a:defRPr sz="1600">
                <a:latin typeface="+mn-lt"/>
              </a:defRPr>
            </a:lvl2pPr>
            <a:lvl3pPr indent="-285750" marL="742950">
              <a:buFont charset="0" panose="020B0604020202020204" pitchFamily="34" typeface="Arial"/>
              <a:buChar char="•"/>
              <a:defRPr sz="1400">
                <a:latin typeface="+mn-lt"/>
              </a:defRPr>
            </a:lvl3pPr>
            <a:lvl4pPr indent="-171450" marL="857250">
              <a:buFont charset="0" panose="020B0604020202020204" pitchFamily="34" typeface="Arial"/>
              <a:buChar char="•"/>
              <a:defRPr sz="1200">
                <a:latin typeface="+mn-lt"/>
              </a:defRPr>
            </a:lvl4pPr>
            <a:lvl5pPr indent="-171450" marL="1085850">
              <a:buFont charset="0" panose="020B0604020202020204" pitchFamily="34" typeface="Arial"/>
              <a:buChar char="•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442348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anchor="ctr" lIns="0"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21CAEA-3EF9-812B-1AB0-5BBC156C504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 rot="16200000">
            <a:off x="358744" y="2102445"/>
            <a:ext cx="429207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b="0" sz="14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5E2B1AA-F7E0-09F3-3E5E-27536C31269B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 rot="16200000">
            <a:off x="-650594" y="3633081"/>
            <a:ext cx="2447884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dirty="0" lang="en-US"/>
              <a:t>High-impact sales strategies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1188720" y="2129474"/>
            <a:ext cx="2807535" cy="3727767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4962527" y="2129475"/>
            <a:ext cx="6616828" cy="3727766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4383161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 numCol="1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612648" y="2290890"/>
            <a:ext cx="4672584" cy="4041648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/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6096000" y="549275"/>
            <a:ext cx="5585925" cy="5783263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7248068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 numCol="1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idx="13" sz="quarter" type="pic"/>
          </p:nvPr>
        </p:nvSpPr>
        <p:spPr>
          <a:xfrm>
            <a:off x="731521" y="2295144"/>
            <a:ext cx="3490176" cy="4041648"/>
          </a:xfrm>
          <a:blipFill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numCol="1"/>
          <a:lstStyle>
            <a:lvl1pPr indent="0" marL="0">
              <a:buNone/>
              <a:defRPr/>
            </a:lvl1pPr>
          </a:lstStyle>
          <a:p>
            <a:r>
              <a:rPr dirty="0"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5016500" y="549275"/>
            <a:ext cx="6561138" cy="5759450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6832023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4363452"/>
            <a:ext cx="8472722" cy="1708165"/>
          </a:xfrm>
        </p:spPr>
        <p:txBody>
          <a:bodyPr numCol="1">
            <a:normAutofit/>
          </a:bodyPr>
          <a:lstStyle>
            <a:lvl1pPr>
              <a:lnSpc>
                <a:spcPct val="80000"/>
              </a:lnSpc>
              <a:defRPr b="0" sz="4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dirty="0"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6424" y="595481"/>
            <a:ext cx="10250214" cy="3767971"/>
          </a:xfrm>
        </p:spPr>
        <p:txBody>
          <a:bodyPr anchor="b" numCol="1">
            <a:noAutofit/>
          </a:bodyPr>
          <a:lstStyle>
            <a:lvl1pPr indent="0" marL="0">
              <a:lnSpc>
                <a:spcPct val="90000"/>
              </a:lnSpc>
              <a:spcBef>
                <a:spcPts val="0"/>
              </a:spcBef>
              <a:buNone/>
              <a:defRPr b="0" sz="25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849848167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 numCol="1">
            <a:normAutofit/>
          </a:bodyPr>
          <a:lstStyle>
            <a:lvl1pPr algn="ctr">
              <a:lnSpc>
                <a:spcPct val="80000"/>
              </a:lnSpc>
              <a:defRPr b="0" sz="2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822960" y="640079"/>
            <a:ext cx="10543032" cy="4206240"/>
          </a:xfrm>
        </p:spPr>
        <p:txBody>
          <a:bodyPr anchor="b" numCol="1">
            <a:normAutofit/>
          </a:bodyPr>
          <a:lstStyle>
            <a:lvl1pPr algn="ctr" indent="0" marL="0">
              <a:lnSpc>
                <a:spcPct val="90000"/>
              </a:lnSpc>
              <a:buNone/>
              <a:defRPr b="1" sz="232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40418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 numCol="1">
            <a:normAutofit/>
          </a:bodyPr>
          <a:lstStyle>
            <a:lvl1pPr algn="ctr">
              <a:lnSpc>
                <a:spcPct val="80000"/>
              </a:lnSpc>
              <a:defRPr b="0"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822960" y="640079"/>
            <a:ext cx="10543032" cy="4206240"/>
          </a:xfrm>
        </p:spPr>
        <p:txBody>
          <a:bodyPr anchor="b" numCol="1">
            <a:normAutofit/>
          </a:bodyPr>
          <a:lstStyle>
            <a:lvl1pPr algn="ctr" indent="0" marL="0">
              <a:lnSpc>
                <a:spcPct val="90000"/>
              </a:lnSpc>
              <a:buNone/>
              <a:defRPr b="1" sz="2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67145858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numCol="1"/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06424" y="630936"/>
            <a:ext cx="8266176" cy="5605272"/>
          </a:xfrm>
        </p:spPr>
        <p:txBody>
          <a:bodyPr anchor="ctr" numCol="1">
            <a:noAutofit/>
          </a:bodyPr>
          <a:lstStyle>
            <a:lvl1pPr indent="0" marL="0">
              <a:lnSpc>
                <a:spcPct val="100000"/>
              </a:lnSpc>
              <a:buNone/>
              <a:defRPr b="1" sz="5400"/>
            </a:lvl1pPr>
            <a:lvl2pPr indent="0" marL="228600">
              <a:lnSpc>
                <a:spcPct val="100000"/>
              </a:lnSpc>
              <a:buNone/>
              <a:defRPr b="1" sz="4800"/>
            </a:lvl2pPr>
            <a:lvl3pPr indent="0" marL="457200">
              <a:lnSpc>
                <a:spcPct val="100000"/>
              </a:lnSpc>
              <a:buNone/>
              <a:defRPr b="1" sz="4400"/>
            </a:lvl3pPr>
            <a:lvl4pPr indent="0" marL="685800">
              <a:lnSpc>
                <a:spcPct val="100000"/>
              </a:lnSpc>
              <a:buNone/>
              <a:defRPr b="1" sz="4000"/>
            </a:lvl4pPr>
            <a:lvl5pPr indent="0" marL="914400">
              <a:lnSpc>
                <a:spcPct val="100000"/>
              </a:lnSpc>
              <a:buNone/>
              <a:defRPr b="1" sz="3600"/>
            </a:lvl5pPr>
          </a:lstStyle>
          <a:p>
            <a:pPr lvl="0"/>
            <a:r>
              <a:rPr dirty="0" lang="en-US"/>
              <a:t>Click to add Statement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70203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88720" y="1085850"/>
            <a:ext cx="8767826" cy="4902708"/>
          </a:xfrm>
        </p:spPr>
        <p:txBody>
          <a:bodyPr anchor="ctr" numCol="1">
            <a:noAutofit/>
          </a:bodyPr>
          <a:lstStyle>
            <a:lvl1pPr indent="0" marL="0">
              <a:lnSpc>
                <a:spcPct val="80000"/>
              </a:lnSpc>
              <a:buNone/>
              <a:defRPr b="0" sz="7200">
                <a:latin typeface="+mj-lt"/>
              </a:defRPr>
            </a:lvl1pPr>
            <a:lvl2pPr indent="0" marL="228600">
              <a:lnSpc>
                <a:spcPct val="80000"/>
              </a:lnSpc>
              <a:buNone/>
              <a:defRPr b="0" sz="6600">
                <a:latin typeface="+mj-lt"/>
              </a:defRPr>
            </a:lvl2pPr>
            <a:lvl3pPr indent="0" marL="457200">
              <a:lnSpc>
                <a:spcPct val="80000"/>
              </a:lnSpc>
              <a:buNone/>
              <a:defRPr b="0" sz="6000">
                <a:latin typeface="+mj-lt"/>
              </a:defRPr>
            </a:lvl3pPr>
            <a:lvl4pPr indent="0" marL="685800">
              <a:lnSpc>
                <a:spcPct val="80000"/>
              </a:lnSpc>
              <a:buNone/>
              <a:defRPr b="0" sz="5400">
                <a:latin typeface="+mj-lt"/>
              </a:defRPr>
            </a:lvl4pPr>
            <a:lvl5pPr indent="0" marL="914400">
              <a:lnSpc>
                <a:spcPct val="80000"/>
              </a:lnSpc>
              <a:buNone/>
              <a:defRPr b="0" sz="4800">
                <a:latin typeface="+mj-lt"/>
              </a:defRPr>
            </a:lvl5pPr>
          </a:lstStyle>
          <a:p>
            <a:pPr lvl="0"/>
            <a:r>
              <a:rPr dirty="0" lang="en-US"/>
              <a:t>Click to add Statement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743592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900684" y="626364"/>
            <a:ext cx="10076688" cy="5605272"/>
          </a:xfrm>
        </p:spPr>
        <p:txBody>
          <a:bodyPr anchor="ctr" numCol="1">
            <a:noAutofit/>
          </a:bodyPr>
          <a:lstStyle>
            <a:lvl1pPr algn="ctr" indent="0" marL="0">
              <a:lnSpc>
                <a:spcPct val="100000"/>
              </a:lnSpc>
              <a:buNone/>
              <a:defRPr b="1" sz="5000"/>
            </a:lvl1pPr>
            <a:lvl2pPr algn="ctr" indent="0" marL="228600">
              <a:lnSpc>
                <a:spcPct val="100000"/>
              </a:lnSpc>
              <a:buNone/>
              <a:defRPr b="1" sz="4400"/>
            </a:lvl2pPr>
            <a:lvl3pPr algn="ctr" indent="0" marL="457200">
              <a:lnSpc>
                <a:spcPct val="100000"/>
              </a:lnSpc>
              <a:buNone/>
              <a:defRPr b="1" sz="4000"/>
            </a:lvl3pPr>
            <a:lvl4pPr algn="ctr" indent="0" marL="685800">
              <a:lnSpc>
                <a:spcPct val="100000"/>
              </a:lnSpc>
              <a:buNone/>
              <a:defRPr b="1" sz="3600"/>
            </a:lvl4pPr>
            <a:lvl5pPr algn="ctr" indent="0" marL="914400">
              <a:lnSpc>
                <a:spcPct val="100000"/>
              </a:lnSpc>
              <a:buNone/>
              <a:defRPr b="1" sz="3200"/>
            </a:lvl5pPr>
          </a:lstStyle>
          <a:p>
            <a:pPr lvl="0"/>
            <a:r>
              <a:rPr dirty="0" lang="en-US"/>
              <a:t>Click to add Statement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56470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143000" y="966982"/>
            <a:ext cx="9504273" cy="466344"/>
          </a:xfrm>
        </p:spPr>
        <p:txBody>
          <a:bodyPr anchor="ctr" numCol="1">
            <a:normAutofit/>
          </a:bodyPr>
          <a:lstStyle>
            <a:lvl1pPr>
              <a:lnSpc>
                <a:spcPct val="120000"/>
              </a:lnSpc>
              <a:defRPr b="1"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dirty="0"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2025650" y="1682749"/>
            <a:ext cx="8678773" cy="4008581"/>
          </a:xfrm>
        </p:spPr>
        <p:txBody>
          <a:bodyPr anchor="t" numCol="1">
            <a:normAutofit/>
          </a:bodyPr>
          <a:lstStyle>
            <a:lvl1pPr indent="-164592" marL="164592">
              <a:lnSpc>
                <a:spcPct val="100000"/>
              </a:lnSpc>
              <a:spcBef>
                <a:spcPts val="0"/>
              </a:spcBef>
              <a:buNone/>
              <a:defRPr sz="7200">
                <a:latin typeface="+mj-lt"/>
              </a:defRPr>
            </a:lvl1pPr>
          </a:lstStyle>
          <a:p>
            <a:pPr lvl="0"/>
            <a:r>
              <a:rPr dirty="0"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57888925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677009" y="5349240"/>
            <a:ext cx="9043416" cy="466344"/>
          </a:xfrm>
        </p:spPr>
        <p:txBody>
          <a:bodyPr anchor="ctr" numCol="1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dirty="0"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88720" y="1344168"/>
            <a:ext cx="9198864" cy="3291840"/>
          </a:xfrm>
        </p:spPr>
        <p:txBody>
          <a:bodyPr anchor="ctr" numCol="1">
            <a:normAutofit/>
          </a:bodyPr>
          <a:lstStyle>
            <a:lvl1pPr indent="-164592" marL="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dirty="0"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061840382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1261872" y="5669280"/>
            <a:ext cx="8805672" cy="466344"/>
          </a:xfrm>
        </p:spPr>
        <p:txBody>
          <a:bodyPr anchor="ctr" numCol="1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dirty="0"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hasCustomPrompt="1" idx="13" sz="quarter"/>
          </p:nvPr>
        </p:nvSpPr>
        <p:spPr>
          <a:xfrm>
            <a:off x="1188720" y="1097280"/>
            <a:ext cx="8961120" cy="3474720"/>
          </a:xfrm>
        </p:spPr>
        <p:txBody>
          <a:bodyPr anchor="ctr" numCol="1">
            <a:normAutofit/>
          </a:bodyPr>
          <a:lstStyle>
            <a:lvl1pPr indent="-164592" marL="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dirty="0"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423838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334D4D9-458A-1DDD-2EE3-FE2BA24A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anchor="ctr" lIns="0"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1188720" y="1963560"/>
            <a:ext cx="5022760" cy="3922890"/>
          </a:xfrm>
        </p:spPr>
        <p:txBody>
          <a:bodyPr numCol="1"/>
          <a:lstStyle>
            <a:lvl1pPr indent="0" marL="0">
              <a:buNone/>
              <a:defRPr i="0">
                <a:latin typeface="+mn-lt"/>
              </a:defRPr>
            </a:lvl1pPr>
            <a:lvl2pPr indent="0" marL="228600">
              <a:buNone/>
              <a:defRPr i="0">
                <a:latin typeface="+mn-lt"/>
              </a:defRPr>
            </a:lvl2pPr>
            <a:lvl3pPr indent="0" marL="457200">
              <a:buNone/>
              <a:defRPr i="0">
                <a:latin typeface="+mn-lt"/>
              </a:defRPr>
            </a:lvl3pPr>
            <a:lvl4pPr indent="0" marL="685800">
              <a:buNone/>
              <a:defRPr i="0">
                <a:latin typeface="+mn-lt"/>
              </a:defRPr>
            </a:lvl4pPr>
            <a:lvl5pPr indent="0" marL="914400">
              <a:buNone/>
              <a:defRPr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idx="14" sz="quarter" type="body"/>
          </p:nvPr>
        </p:nvSpPr>
        <p:spPr>
          <a:xfrm>
            <a:off x="6556594" y="1963560"/>
            <a:ext cx="5022760" cy="3922890"/>
          </a:xfrm>
        </p:spPr>
        <p:txBody>
          <a:bodyPr numCol="1"/>
          <a:lstStyle>
            <a:lvl1pPr indent="0" marL="0">
              <a:buNone/>
              <a:defRPr i="0">
                <a:latin typeface="+mn-lt"/>
              </a:defRPr>
            </a:lvl1pPr>
            <a:lvl2pPr indent="0" marL="228600">
              <a:buNone/>
              <a:defRPr i="0">
                <a:latin typeface="+mn-lt"/>
              </a:defRPr>
            </a:lvl2pPr>
            <a:lvl3pPr indent="0" marL="457200">
              <a:buNone/>
              <a:defRPr i="0">
                <a:latin typeface="+mn-lt"/>
              </a:defRPr>
            </a:lvl3pPr>
            <a:lvl4pPr indent="0" marL="685800">
              <a:buNone/>
              <a:defRPr i="0">
                <a:latin typeface="+mn-lt"/>
              </a:defRPr>
            </a:lvl4pPr>
            <a:lvl5pPr indent="0" marL="914400">
              <a:buNone/>
              <a:defRPr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E9F63-2F62-D92D-A7ED-F3C3C35804B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02E2C-2152-4E92-9C3B-6CDEE5716096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7655254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 numCol="1"/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609600" y="1685735"/>
            <a:ext cx="5157787" cy="559834"/>
          </a:xfrm>
        </p:spPr>
        <p:txBody>
          <a:bodyPr anchor="b" numCol="1">
            <a:normAutofit/>
          </a:bodyPr>
          <a:lstStyle>
            <a:lvl1pPr indent="0" marL="0">
              <a:lnSpc>
                <a:spcPct val="90000"/>
              </a:lnSpc>
              <a:buNone/>
              <a:defRPr b="1" baseline="0" cap="all" sz="2000">
                <a:latin typeface="+mn-lt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idx="3" sz="quarter" type="body"/>
          </p:nvPr>
        </p:nvSpPr>
        <p:spPr>
          <a:xfrm>
            <a:off x="6172200" y="1685735"/>
            <a:ext cx="5183188" cy="559834"/>
          </a:xfrm>
        </p:spPr>
        <p:txBody>
          <a:bodyPr anchor="b" numCol="1">
            <a:normAutofit/>
          </a:bodyPr>
          <a:lstStyle>
            <a:lvl1pPr indent="0" marL="0">
              <a:lnSpc>
                <a:spcPct val="90000"/>
              </a:lnSpc>
              <a:buNone/>
              <a:defRPr b="1" baseline="0" cap="all" sz="2000">
                <a:latin typeface="+mn-lt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idx="13" sz="quarter" type="body"/>
          </p:nvPr>
        </p:nvSpPr>
        <p:spPr>
          <a:xfrm>
            <a:off x="609600" y="2387600"/>
            <a:ext cx="5157788" cy="3763963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idx="14" sz="quarter" type="body"/>
          </p:nvPr>
        </p:nvSpPr>
        <p:spPr>
          <a:xfrm>
            <a:off x="6172200" y="2387600"/>
            <a:ext cx="5183188" cy="3763963"/>
          </a:xfrm>
        </p:spPr>
        <p:txBody>
          <a:bodyPr numCol="1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6232183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098359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401847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 numCol="1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612648" y="2311121"/>
            <a:ext cx="3595634" cy="3993263"/>
          </a:xfrm>
        </p:spPr>
        <p:txBody>
          <a:bodyPr anchor="t" numCol="1">
            <a:normAutofit/>
          </a:bodyPr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numCol="1"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9078330" y="6444297"/>
            <a:ext cx="2447884" cy="365125"/>
          </a:xfrm>
          <a:prstGeom prst="rect">
            <a:avLst/>
          </a:prstGeom>
        </p:spPr>
        <p:txBody>
          <a:bodyPr numCol="1"/>
          <a:lstStyle/>
          <a:p>
            <a:r>
              <a:rPr dirty="0" lang="en-US"/>
              <a:t>High-impact sales strategies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625633" y="64466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276713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33449"/>
            <a:ext cx="3598681" cy="2071689"/>
          </a:xfrm>
        </p:spPr>
        <p:txBody>
          <a:bodyPr anchor="t" numCol="1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1188720" y="3128963"/>
            <a:ext cx="3585586" cy="3131812"/>
          </a:xfrm>
        </p:spPr>
        <p:txBody>
          <a:bodyPr anchor="b" numCol="1">
            <a:normAutofit/>
          </a:bodyPr>
          <a:lstStyle>
            <a:lvl1pPr indent="0" marL="0">
              <a:buNone/>
              <a:defRPr sz="1800">
                <a:latin typeface="+mn-lt"/>
              </a:defRPr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idx="1" type="pic"/>
          </p:nvPr>
        </p:nvSpPr>
        <p:spPr>
          <a:xfrm>
            <a:off x="5976120" y="0"/>
            <a:ext cx="502525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dirty="0"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numCol="1"/>
          <a:lstStyle/>
          <a:p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704549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1269238"/>
            <a:ext cx="7342307" cy="1133856"/>
          </a:xfrm>
        </p:spPr>
        <p:txBody>
          <a:bodyPr anchor="b" numCol="1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idx="13" sz="quarter"/>
          </p:nvPr>
        </p:nvSpPr>
        <p:spPr>
          <a:xfrm>
            <a:off x="1188721" y="2793047"/>
            <a:ext cx="9814559" cy="2648903"/>
          </a:xfrm>
        </p:spPr>
        <p:txBody>
          <a:bodyPr numCol="1"/>
          <a:lstStyle>
            <a:lvl1pPr indent="0" marL="0">
              <a:buNone/>
              <a:defRPr>
                <a:latin typeface="+mn-lt"/>
              </a:defRPr>
            </a:lvl1pPr>
            <a:lvl2pPr indent="0" marL="228600">
              <a:buNone/>
              <a:defRPr>
                <a:latin typeface="+mn-lt"/>
              </a:defRPr>
            </a:lvl2pPr>
            <a:lvl3pPr indent="0" marL="457200">
              <a:buNone/>
              <a:defRPr>
                <a:latin typeface="+mn-lt"/>
              </a:defRPr>
            </a:lvl3pPr>
            <a:lvl4pPr indent="0" marL="685800">
              <a:buNone/>
              <a:defRPr>
                <a:latin typeface="+mn-lt"/>
              </a:defRPr>
            </a:lvl4pPr>
            <a:lvl5pPr indent="0" marL="91440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3A495-2561-C749-EF2D-0C81822834A6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D51F-4826-9564-5FA6-FD706B81E1B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25396737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1627318"/>
            <a:ext cx="8430767" cy="1842020"/>
          </a:xfrm>
        </p:spPr>
        <p:txBody>
          <a:bodyPr anchor="b" numCol="1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idx="14" sz="quarter"/>
          </p:nvPr>
        </p:nvSpPr>
        <p:spPr>
          <a:xfrm>
            <a:off x="1188720" y="3622674"/>
            <a:ext cx="8430639" cy="1279615"/>
          </a:xfrm>
        </p:spPr>
        <p:txBody>
          <a:bodyPr numCol="1">
            <a:noAutofit/>
          </a:bodyPr>
          <a:lstStyle>
            <a:lvl1pPr indent="0" marL="0">
              <a:buNone/>
              <a:defRPr sz="2400">
                <a:latin typeface="+mn-lt"/>
              </a:defRPr>
            </a:lvl1pPr>
            <a:lvl2pPr indent="0" marL="228600">
              <a:buNone/>
              <a:defRPr sz="2000">
                <a:latin typeface="+mn-lt"/>
              </a:defRPr>
            </a:lvl2pPr>
            <a:lvl3pPr indent="0" marL="457200">
              <a:buNone/>
              <a:defRPr sz="1800">
                <a:latin typeface="+mn-lt"/>
              </a:defRPr>
            </a:lvl3pPr>
            <a:lvl4pPr indent="0" marL="685800">
              <a:buNone/>
              <a:defRPr sz="1600">
                <a:latin typeface="+mn-lt"/>
              </a:defRPr>
            </a:lvl4pPr>
            <a:lvl5pPr indent="0" marL="91440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6253063-A540-CA3E-5B9D-28F197AC2560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/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16A193-DEF8-A035-8A9F-81AB07EBA71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/>
          <a:p>
            <a:fld id="{CC057153-B650-4DEB-B370-79DDCFDCE934}" type="slidenum">
              <a:rPr lang="en-US" smtClean="0"/>
              <a:t>‹#›</a:t>
            </a:fld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508796928"/>
      </p:ext>
    </p:extLst>
  </p:cSld>
  <p:clrMapOvr>
    <a:overrideClrMapping accent1="accent1" accent2="accent2" accent3="accent3" accent4="accent4" accent5="accent5" accent6="accent6" bg1="lt1" bg2="lt2" folHlink="folHlink" hlink="hlink" tx1="dk1" tx2="dk2"/>
  </p:clrMapOvr>
</p:sldLayout>
</file>

<file path=ppt/slideMasters/_rels/slideMaster1.xml.rels><?xml version="1.0" encoding="UTF-8" standalone="yes"?><Relationships xmlns="http://schemas.openxmlformats.org/package/2006/relationships"><Relationship Id="rId51" Target="../slideLayouts/slideLayout50.xml" Type="http://schemas.openxmlformats.org/officeDocument/2006/relationships/slideLayout"/><Relationship Id="rId50" Target="../slideLayouts/slideLayout49.xml" Type="http://schemas.openxmlformats.org/officeDocument/2006/relationships/slideLayout"/><Relationship Id="rId5" Target="../slideLayouts/slideLayout4.xml" Type="http://schemas.openxmlformats.org/officeDocument/2006/relationships/slideLayout"/><Relationship Id="rId39" Target="../slideLayouts/slideLayout38.xml" Type="http://schemas.openxmlformats.org/officeDocument/2006/relationships/slideLayout"/><Relationship Id="rId4" Target="../slideLayouts/slideLayout3.xml" Type="http://schemas.openxmlformats.org/officeDocument/2006/relationships/slideLayout"/><Relationship Id="rId38" Target="../slideLayouts/slideLayout37.xml" Type="http://schemas.openxmlformats.org/officeDocument/2006/relationships/slideLayout"/><Relationship Id="rId3" Target="../slideLayouts/slideLayout2.xml" Type="http://schemas.openxmlformats.org/officeDocument/2006/relationships/slideLayout"/><Relationship Id="rId37" Target="../slideLayouts/slideLayout36.xml" Type="http://schemas.openxmlformats.org/officeDocument/2006/relationships/slideLayout"/><Relationship Id="rId2" Target="../slideLayouts/slideLayout1.xml" Type="http://schemas.openxmlformats.org/officeDocument/2006/relationships/slideLayout"/><Relationship Id="rId36" Target="../slideLayouts/slideLayout35.xml" Type="http://schemas.openxmlformats.org/officeDocument/2006/relationships/slideLayout"/><Relationship Id="rId1" Target="../theme/theme2.xml" Type="http://schemas.openxmlformats.org/officeDocument/2006/relationships/theme"/><Relationship Id="rId35" Target="../slideLayouts/slideLayout34.xml" Type="http://schemas.openxmlformats.org/officeDocument/2006/relationships/slideLayout"/><Relationship Id="rId34" Target="../slideLayouts/slideLayout33.xml" Type="http://schemas.openxmlformats.org/officeDocument/2006/relationships/slideLayout"/><Relationship Id="rId33" Target="../slideLayouts/slideLayout32.xml" Type="http://schemas.openxmlformats.org/officeDocument/2006/relationships/slideLayout"/><Relationship Id="rId32" Target="../slideLayouts/slideLayout31.xml" Type="http://schemas.openxmlformats.org/officeDocument/2006/relationships/slideLayout"/><Relationship Id="rId31" Target="../slideLayouts/slideLayout30.xml" Type="http://schemas.openxmlformats.org/officeDocument/2006/relationships/slideLayout"/><Relationship Id="rId30" Target="../slideLayouts/slideLayout29.xml" Type="http://schemas.openxmlformats.org/officeDocument/2006/relationships/slideLayout"/><Relationship Id="rId27" Target="../slideLayouts/slideLayout26.xml" Type="http://schemas.openxmlformats.org/officeDocument/2006/relationships/slideLayout"/><Relationship Id="rId26" Target="../slideLayouts/slideLayout25.xml" Type="http://schemas.openxmlformats.org/officeDocument/2006/relationships/slideLayout"/><Relationship Id="rId25" Target="../slideLayouts/slideLayout24.xml" Type="http://schemas.openxmlformats.org/officeDocument/2006/relationships/slideLayout"/><Relationship Id="rId24" Target="../slideLayouts/slideLayout23.xml" Type="http://schemas.openxmlformats.org/officeDocument/2006/relationships/slideLayout"/><Relationship Id="rId21" Target="../slideLayouts/slideLayout20.xml" Type="http://schemas.openxmlformats.org/officeDocument/2006/relationships/slideLayout"/><Relationship Id="rId19" Target="../slideLayouts/slideLayout18.xml" Type="http://schemas.openxmlformats.org/officeDocument/2006/relationships/slideLayout"/><Relationship Id="rId20" Target="../slideLayouts/slideLayout19.xml" Type="http://schemas.openxmlformats.org/officeDocument/2006/relationships/slideLayout"/><Relationship Id="rId18" Target="../slideLayouts/slideLayout17.xml" Type="http://schemas.openxmlformats.org/officeDocument/2006/relationships/slideLayout"/><Relationship Id="rId17" Target="../slideLayouts/slideLayout16.xml" Type="http://schemas.openxmlformats.org/officeDocument/2006/relationships/slideLayout"/><Relationship Id="rId13" Target="../slideLayouts/slideLayout12.xml" Type="http://schemas.openxmlformats.org/officeDocument/2006/relationships/slideLayout"/><Relationship Id="rId47" Target="../slideLayouts/slideLayout46.xml" Type="http://schemas.openxmlformats.org/officeDocument/2006/relationships/slideLayout"/><Relationship Id="rId16" Target="../slideLayouts/slideLayout15.xml" Type="http://schemas.openxmlformats.org/officeDocument/2006/relationships/slideLayout"/><Relationship Id="rId12" Target="../slideLayouts/slideLayout11.xml" Type="http://schemas.openxmlformats.org/officeDocument/2006/relationships/slideLayout"/><Relationship Id="rId46" Target="../slideLayouts/slideLayout45.xml" Type="http://schemas.openxmlformats.org/officeDocument/2006/relationships/slideLayout"/><Relationship Id="rId49" Target="../slideLayouts/slideLayout48.xml" Type="http://schemas.openxmlformats.org/officeDocument/2006/relationships/slideLayout"/><Relationship Id="rId15" Target="../slideLayouts/slideLayout14.xml" Type="http://schemas.openxmlformats.org/officeDocument/2006/relationships/slideLayout"/><Relationship Id="rId11" Target="../slideLayouts/slideLayout10.xml" Type="http://schemas.openxmlformats.org/officeDocument/2006/relationships/slideLayout"/><Relationship Id="rId45" Target="../slideLayouts/slideLayout44.xml" Type="http://schemas.openxmlformats.org/officeDocument/2006/relationships/slideLayout"/><Relationship Id="rId48" Target="../slideLayouts/slideLayout47.xml" Type="http://schemas.openxmlformats.org/officeDocument/2006/relationships/slideLayout"/><Relationship Id="rId14" Target="../slideLayouts/slideLayout13.xml" Type="http://schemas.openxmlformats.org/officeDocument/2006/relationships/slideLayout"/><Relationship Id="rId10" Target="../slideLayouts/slideLayout9.xml" Type="http://schemas.openxmlformats.org/officeDocument/2006/relationships/slideLayout"/><Relationship Id="rId44" Target="../slideLayouts/slideLayout43.xml" Type="http://schemas.openxmlformats.org/officeDocument/2006/relationships/slideLayout"/><Relationship Id="rId43" Target="../slideLayouts/slideLayout42.xml" Type="http://schemas.openxmlformats.org/officeDocument/2006/relationships/slideLayout"/><Relationship Id="rId42" Target="../slideLayouts/slideLayout41.xml" Type="http://schemas.openxmlformats.org/officeDocument/2006/relationships/slideLayout"/><Relationship Id="rId41" Target="../slideLayouts/slideLayout40.xml" Type="http://schemas.openxmlformats.org/officeDocument/2006/relationships/slideLayout"/><Relationship Id="rId9" Target="../slideLayouts/slideLayout8.xml" Type="http://schemas.openxmlformats.org/officeDocument/2006/relationships/slideLayout"/><Relationship Id="rId40" Target="../slideLayouts/slideLayout3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23" Target="../slideLayouts/slideLayout22.xml" Type="http://schemas.openxmlformats.org/officeDocument/2006/relationships/slideLayout"/><Relationship Id="rId29" Target="../slideLayouts/slideLayout28.xml" Type="http://schemas.openxmlformats.org/officeDocument/2006/relationships/slideLayout"/><Relationship Id="rId22" Target="../slideLayouts/slideLayout21.xml" Type="http://schemas.openxmlformats.org/officeDocument/2006/relationships/slideLayout"/><Relationship Id="rId28" Target="../slideLayouts/slideLayout2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548640"/>
            <a:ext cx="10653578" cy="1132258"/>
          </a:xfrm>
          <a:prstGeom prst="rect">
            <a:avLst/>
          </a:prstGeom>
        </p:spPr>
        <p:txBody>
          <a:bodyPr anchor="t" bIns="45720" lIns="91440" numCol="1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769211" y="1715532"/>
            <a:ext cx="10653579" cy="4228068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grpSp>
        <p:nvGrpSpPr>
          <p:cNvPr hidden="1" id="7" name="Group 6">
            <a:extLst>
              <a:ext uri="{FF2B5EF4-FFF2-40B4-BE49-F238E27FC236}">
                <a16:creationId xmlns:a16="http://schemas.microsoft.com/office/drawing/2014/main" id="{5E62CEC1-6755-5D17-E4DD-EA2F1FD903D6}"/>
              </a:ext>
            </a:extLst>
          </p:cNvPr>
          <p:cNvGrpSpPr/>
          <p:nvPr/>
        </p:nvGrpSpPr>
        <p:grpSpPr>
          <a:xfrm>
            <a:off x="1" y="0"/>
            <a:ext cx="12191999" cy="6858000"/>
            <a:chOff x="-1" y="0"/>
            <a:chExt cx="12191999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A8C55C-0A2D-3C60-D737-6705E87454EC}"/>
                </a:ext>
              </a:extLst>
            </p:cNvPr>
            <p:cNvSpPr/>
            <p:nvPr/>
          </p:nvSpPr>
          <p:spPr>
            <a:xfrm>
              <a:off x="-1" y="635000"/>
              <a:ext cx="12191999" cy="366715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E00DF5-2A72-5DDC-EF39-346AE4751805}"/>
                </a:ext>
              </a:extLst>
            </p:cNvPr>
            <p:cNvSpPr/>
            <p:nvPr/>
          </p:nvSpPr>
          <p:spPr>
            <a:xfrm>
              <a:off x="-1" y="1382715"/>
              <a:ext cx="12191999" cy="365760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35E25D-29BD-0AAF-D48F-90B60633440A}"/>
                </a:ext>
              </a:extLst>
            </p:cNvPr>
            <p:cNvSpPr/>
            <p:nvPr/>
          </p:nvSpPr>
          <p:spPr>
            <a:xfrm>
              <a:off x="-1" y="2129475"/>
              <a:ext cx="12191999" cy="366715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9D9074-2416-8B46-DD04-D901B781DAAF}"/>
                </a:ext>
              </a:extLst>
            </p:cNvPr>
            <p:cNvSpPr/>
            <p:nvPr/>
          </p:nvSpPr>
          <p:spPr>
            <a:xfrm>
              <a:off x="-1" y="2877190"/>
              <a:ext cx="12191999" cy="365760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ECE3AA2-4038-88C4-4171-901BD08741A4}"/>
                </a:ext>
              </a:extLst>
            </p:cNvPr>
            <p:cNvSpPr/>
            <p:nvPr/>
          </p:nvSpPr>
          <p:spPr>
            <a:xfrm>
              <a:off x="-1" y="3615051"/>
              <a:ext cx="12191999" cy="366715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0193A9-05C0-F4DD-A932-97EF31F9730C}"/>
                </a:ext>
              </a:extLst>
            </p:cNvPr>
            <p:cNvSpPr/>
            <p:nvPr/>
          </p:nvSpPr>
          <p:spPr>
            <a:xfrm>
              <a:off x="-1" y="4362766"/>
              <a:ext cx="12191999" cy="365760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5AA71F-9B35-83DF-C1EC-E12F260B2AAF}"/>
                </a:ext>
              </a:extLst>
            </p:cNvPr>
            <p:cNvSpPr/>
            <p:nvPr/>
          </p:nvSpPr>
          <p:spPr>
            <a:xfrm>
              <a:off x="-1" y="5109526"/>
              <a:ext cx="12191999" cy="366715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672102-BB5A-256F-C76D-3650EC6D9F1A}"/>
                </a:ext>
              </a:extLst>
            </p:cNvPr>
            <p:cNvSpPr/>
            <p:nvPr/>
          </p:nvSpPr>
          <p:spPr>
            <a:xfrm>
              <a:off x="-1" y="5857241"/>
              <a:ext cx="12191999" cy="365760"/>
            </a:xfrm>
            <a:prstGeom prst="rect">
              <a:avLst/>
            </a:prstGeom>
            <a:solidFill>
              <a:srgbClr val="FF00A6">
                <a:alpha val="8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CF451E-76D1-F002-BA35-FC16E0D6E6FD}"/>
                </a:ext>
              </a:extLst>
            </p:cNvPr>
            <p:cNvSpPr/>
            <p:nvPr/>
          </p:nvSpPr>
          <p:spPr>
            <a:xfrm>
              <a:off x="634034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D47A1A-A396-D899-8C5A-DEE7149BBC49}"/>
                </a:ext>
              </a:extLst>
            </p:cNvPr>
            <p:cNvSpPr/>
            <p:nvPr/>
          </p:nvSpPr>
          <p:spPr>
            <a:xfrm>
              <a:off x="1577009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5B18B86-FD0A-EFDE-DC90-27AE21A1A5C2}"/>
                </a:ext>
              </a:extLst>
            </p:cNvPr>
            <p:cNvSpPr/>
            <p:nvPr/>
          </p:nvSpPr>
          <p:spPr>
            <a:xfrm>
              <a:off x="2519984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537D0F-6DC0-D92E-3790-21AA6FC9B10E}"/>
                </a:ext>
              </a:extLst>
            </p:cNvPr>
            <p:cNvSpPr/>
            <p:nvPr/>
          </p:nvSpPr>
          <p:spPr>
            <a:xfrm>
              <a:off x="3462959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6208AB-26F9-6BDA-BED4-923EC57199E1}"/>
                </a:ext>
              </a:extLst>
            </p:cNvPr>
            <p:cNvSpPr/>
            <p:nvPr/>
          </p:nvSpPr>
          <p:spPr>
            <a:xfrm>
              <a:off x="4405934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C3C84C3-E8C7-C1F2-A9BF-38B3216C4D50}"/>
                </a:ext>
              </a:extLst>
            </p:cNvPr>
            <p:cNvSpPr/>
            <p:nvPr/>
          </p:nvSpPr>
          <p:spPr>
            <a:xfrm>
              <a:off x="5348909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A8B812-E44E-033B-2733-FEAB72D376F9}"/>
                </a:ext>
              </a:extLst>
            </p:cNvPr>
            <p:cNvSpPr/>
            <p:nvPr/>
          </p:nvSpPr>
          <p:spPr>
            <a:xfrm>
              <a:off x="6286502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42DE017-C716-BDFF-4124-5C7CAE7D5A0F}"/>
                </a:ext>
              </a:extLst>
            </p:cNvPr>
            <p:cNvSpPr/>
            <p:nvPr/>
          </p:nvSpPr>
          <p:spPr>
            <a:xfrm>
              <a:off x="7229477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A202B5-55A5-5485-CF20-A09AA56298D0}"/>
                </a:ext>
              </a:extLst>
            </p:cNvPr>
            <p:cNvSpPr/>
            <p:nvPr/>
          </p:nvSpPr>
          <p:spPr>
            <a:xfrm>
              <a:off x="8172452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3BDEF1-1BC5-43BD-754B-851F426BEBAF}"/>
                </a:ext>
              </a:extLst>
            </p:cNvPr>
            <p:cNvSpPr/>
            <p:nvPr/>
          </p:nvSpPr>
          <p:spPr>
            <a:xfrm>
              <a:off x="9115427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99DDB9-B348-83E3-1C05-F7F44DA41648}"/>
                </a:ext>
              </a:extLst>
            </p:cNvPr>
            <p:cNvSpPr/>
            <p:nvPr/>
          </p:nvSpPr>
          <p:spPr>
            <a:xfrm>
              <a:off x="10058402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91D80EB-3C24-9C73-564F-9D9CD41708FF}"/>
                </a:ext>
              </a:extLst>
            </p:cNvPr>
            <p:cNvSpPr/>
            <p:nvPr/>
          </p:nvSpPr>
          <p:spPr>
            <a:xfrm>
              <a:off x="11001377" y="0"/>
              <a:ext cx="556591" cy="6858000"/>
            </a:xfrm>
            <a:prstGeom prst="rect">
              <a:avLst/>
            </a:prstGeom>
            <a:solidFill>
              <a:srgbClr val="7B00FF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numCol="1" rtlCol="0"/>
            <a:lstStyle/>
            <a:p>
              <a:pPr algn="ctr"/>
              <a:endParaRPr dirty="0" lang="en-US"/>
            </a:p>
          </p:txBody>
        </p:sp>
      </p:grp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ABCCC75E-346A-D106-EBC3-DD4231D5F2DC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8735430" y="6114097"/>
            <a:ext cx="2447884" cy="365125"/>
          </a:xfrm>
          <a:prstGeom prst="rect">
            <a:avLst/>
          </a:prstGeom>
        </p:spPr>
        <p:txBody>
          <a:bodyPr numCol="1"/>
          <a:lstStyle>
            <a:lvl1pPr>
              <a:defRPr sz="1400"/>
            </a:lvl1pPr>
          </a:lstStyle>
          <a:p>
            <a:pPr algn="r"/>
            <a:r>
              <a:rPr dirty="0" lang="en-US"/>
              <a:t>High-impact sales strategies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EEA02095-28E3-4062-860F-CF0051DC1F1A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282733" y="6116452"/>
            <a:ext cx="429207" cy="365125"/>
          </a:xfrm>
          <a:prstGeom prst="rect">
            <a:avLst/>
          </a:prstGeom>
        </p:spPr>
        <p:txBody>
          <a:bodyPr numCol="1"/>
          <a:lstStyle>
            <a:lvl1pPr>
              <a:defRPr sz="14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dirty="0" lang="en-US"/>
          </a:p>
        </p:txBody>
      </p:sp>
      <p:sp>
        <p:nvSpPr>
          <p:cNvPr id="48" name="Date Placeholder 6">
            <a:extLst>
              <a:ext uri="{FF2B5EF4-FFF2-40B4-BE49-F238E27FC236}">
                <a16:creationId xmlns:a16="http://schemas.microsoft.com/office/drawing/2014/main" id="{C0C32C00-0E9C-077D-6893-59C408D35E1B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480060" y="6114096"/>
            <a:ext cx="3494314" cy="365125"/>
          </a:xfrm>
          <a:prstGeom prst="rect">
            <a:avLst/>
          </a:prstGeom>
        </p:spPr>
        <p:txBody>
          <a:bodyPr numCol="1"/>
          <a:lstStyle>
            <a:lvl1pPr>
              <a:defRPr dirty="0" kern="1200"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157980699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</p:sldLayoutIdLst>
  <p:hf dt="0" hdr="0"/>
  <p:txStyles>
    <p:titleStyle>
      <a:lvl1pPr algn="l" defTabSz="914400" eaLnBrk="1" hangingPunct="1" latinLnBrk="0" rtl="0">
        <a:lnSpc>
          <a:spcPct val="80000"/>
        </a:lnSpc>
        <a:spcBef>
          <a:spcPct val="0"/>
        </a:spcBef>
        <a:buNone/>
        <a:defRPr b="0" kern="1200" sz="5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Font charset="0" panose="020B0604020202020204" pitchFamily="34" typeface="Arial"/>
        <a:buChar char="•"/>
        <a:defRPr b="0" i="0" kern="1200" sz="1800">
          <a:solidFill>
            <a:schemeClr val="tx1"/>
          </a:solidFill>
          <a:latin charset="0" panose="020B0004020202020204" pitchFamily="34" typeface="Aptos Display"/>
          <a:ea typeface="+mn-ea"/>
          <a:cs typeface="+mn-cs"/>
        </a:defRPr>
      </a:lvl1pPr>
      <a:lvl2pPr algn="l" defTabSz="914400" eaLnBrk="1" hangingPunct="1" indent="-228600" latinLnBrk="0" marL="4572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b="0" i="0"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6858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b="0" i="0" kern="1200" sz="1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9144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b="0" i="0" kern="1200" sz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1143000" rtl="0">
        <a:lnSpc>
          <a:spcPct val="120000"/>
        </a:lnSpc>
        <a:spcBef>
          <a:spcPts val="500"/>
        </a:spcBef>
        <a:buFont charset="0" panose="020B0604020202020204" pitchFamily="34" typeface="Arial"/>
        <a:buChar char="•"/>
        <a:defRPr b="0" i="0" kern="1200" sz="11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2" Target="../media/image15.png" Type="http://schemas.openxmlformats.org/officeDocument/2006/relationships/image"/><Relationship Id="rId1" Target="../slideLayouts/slideLayout4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media/image16.png" Type="http://schemas.openxmlformats.org/officeDocument/2006/relationships/image"/><Relationship Id="rId1" Target="../slideLayouts/slideLayout9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8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2" Target="../media/image17.png" Type="http://schemas.openxmlformats.org/officeDocument/2006/relationships/image"/><Relationship Id="rId1" Target="../slideLayouts/slideLayout31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38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8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1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34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43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<Relationships xmlns="http://schemas.openxmlformats.org/package/2006/relationships"><Relationship Id="rId1" Target="../slideLayouts/slideLayout8.xml" Type="http://schemas.openxmlformats.org/officeDocument/2006/relationships/slideLayout"/></Relationships>
</file>

<file path=ppt/slides/_rels/slide13.xml.rels><?xml version="1.0" encoding="UTF-8" standalone="yes"?><Relationships xmlns="http://schemas.openxmlformats.org/package/2006/relationships"><Relationship Id="rId1" Target="../slideLayouts/slideLayout40.xml" Type="http://schemas.openxmlformats.org/officeDocument/2006/relationships/slideLayout"/></Relationships>
</file>

<file path=ppt/slides/_rels/slide14.xml.rels><?xml version="1.0" encoding="UTF-8" standalone="yes"?>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5.xml.rels><?xml version="1.0" encoding="UTF-8" standalone="yes"?><Relationships xmlns="http://schemas.openxmlformats.org/package/2006/relationships"><Relationship Id="rId6" Target="../diagrams/drawing1.xml" Type="http://schemas.microsoft.com/office/2007/relationships/diagramDrawing"/><Relationship Id="rId5" Target="../diagrams/quickStyle1.xml" Type="http://schemas.openxmlformats.org/officeDocument/2006/relationships/diagramQuickStyle"/><Relationship Id="rId4" Target="../diagrams/layout1.xml" Type="http://schemas.openxmlformats.org/officeDocument/2006/relationships/diagramLayout"/><Relationship Id="rId3" Target="../diagrams/data1.xml" Type="http://schemas.openxmlformats.org/officeDocument/2006/relationships/diagramData"/><Relationship Id="rId2" Target="../diagrams/colors1.xml" Type="http://schemas.openxmlformats.org/officeDocument/2006/relationships/diagramColors"/><Relationship Id="rId1" Target="../slideLayouts/slideLayout49.xml" Type="http://schemas.openxmlformats.org/officeDocument/2006/relationships/slideLayout"/></Relationships>
</file>

<file path=ppt/slides/_rels/slide16.xml.rels><?xml version="1.0" encoding="UTF-8" standalone="yes"?>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48.xml" Type="http://schemas.openxmlformats.org/officeDocument/2006/relationships/slideLayout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2129475"/>
            <a:ext cx="4152898" cy="40935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622" y="1000759"/>
            <a:ext cx="5095878" cy="417408"/>
          </a:xfrm>
        </p:spPr>
        <p:txBody>
          <a:bodyPr numCol="1"/>
          <a:lstStyle/>
          <a:p>
            <a:r>
              <a:rPr lang="en-US" dirty="0"/>
              <a:t>First Up Consultants</a:t>
            </a:r>
          </a:p>
        </p:txBody>
      </p:sp>
      <p:pic>
        <p:nvPicPr>
          <p:cNvPr id="5" name="Picture Placeholder 4" descr="A close up of a plant">
            <a:extLst>
              <a:ext uri="{FF2B5EF4-FFF2-40B4-BE49-F238E27FC236}">
                <a16:creationId xmlns:a16="http://schemas.microsoft.com/office/drawing/2014/main" id="{55A6D12F-873E-B6FD-EDF4-307756D14A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" r="2"/>
          <a:stretch/>
        </p:blipFill>
        <p:spPr>
          <a:xfrm>
            <a:off x="7224097" y="0"/>
            <a:ext cx="3777281" cy="6858000"/>
          </a:xfr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1" y="664108"/>
            <a:ext cx="4709488" cy="1084367"/>
          </a:xfrm>
        </p:spPr>
        <p:txBody>
          <a:bodyPr numCol="1"/>
          <a:lstStyle/>
          <a:p>
            <a:r>
              <a:rPr lang="en-US" dirty="0"/>
              <a:t>Agenda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CE2840B-D0A1-81F1-C493-FDB3E77C1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358744" y="2102445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F458DC7-3EEC-8C9F-F329-BA65E5E82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50594" y="3633081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pic>
        <p:nvPicPr>
          <p:cNvPr id="5" name="Picture Placeholder 4" descr="A black and white photo of a flower">
            <a:extLst>
              <a:ext uri="{FF2B5EF4-FFF2-40B4-BE49-F238E27FC236}">
                <a16:creationId xmlns:a16="http://schemas.microsoft.com/office/drawing/2014/main" id="{B42686CC-96E9-16F2-FA21-C9E971CEB34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0627" y="0"/>
            <a:ext cx="377189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496190"/>
            <a:ext cx="3771894" cy="3726810"/>
          </a:xfrm>
        </p:spPr>
        <p:txBody>
          <a:bodyPr numCol="1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Client needs</a:t>
            </a:r>
          </a:p>
          <a:p>
            <a:r>
              <a:rPr lang="en-US" dirty="0"/>
              <a:t>Products &amp; services</a:t>
            </a:r>
          </a:p>
          <a:p>
            <a:r>
              <a:rPr lang="en-US" dirty="0"/>
              <a:t>Case studies</a:t>
            </a:r>
          </a:p>
          <a:p>
            <a:r>
              <a:rPr lang="en-US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545177064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numCol="1"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072A-5F3E-FB56-A498-3CACC2B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numCol="1">
            <a:normAutofit/>
          </a:bodyPr>
          <a:lstStyle/>
          <a:p>
            <a:r>
              <a:rPr lang="en-US" dirty="0"/>
              <a:t>Our promise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E23D9B8-9F3E-1A9F-4460-BFAB4654B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358744" y="2102445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27F0622-68D4-CCB2-220A-C257D8841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50594" y="3633081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pic>
        <p:nvPicPr>
          <p:cNvPr id="6" name="Picture Placeholder 5" descr="A plant with flowers and roots">
            <a:extLst>
              <a:ext uri="{FF2B5EF4-FFF2-40B4-BE49-F238E27FC236}">
                <a16:creationId xmlns:a16="http://schemas.microsoft.com/office/drawing/2014/main" id="{813D970B-176D-694F-0D72-4E45EC530A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8720" y="2129474"/>
            <a:ext cx="2807535" cy="372776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E842F-FDC7-B259-9F3B-88630D44DF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2129475"/>
            <a:ext cx="6616828" cy="3727766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dirty="0"/>
              <a:t>Our approach is designed to deliver measurable results that significantly impact your business operations.</a:t>
            </a:r>
          </a:p>
          <a:p>
            <a:pPr marL="0" indent="0">
              <a:buNone/>
            </a:pPr>
            <a:r>
              <a:rPr lang="en-US" b="1" dirty="0"/>
              <a:t>Save time</a:t>
            </a:r>
            <a:r>
              <a:rPr lang="en-US" dirty="0"/>
              <a:t>: Streamline processes to maximize efficiency.</a:t>
            </a:r>
          </a:p>
          <a:p>
            <a:pPr marL="0" indent="0">
              <a:buNone/>
            </a:pPr>
            <a:r>
              <a:rPr lang="en-US" b="1" dirty="0"/>
              <a:t>Cut costs</a:t>
            </a:r>
            <a:r>
              <a:rPr lang="en-US" dirty="0"/>
              <a:t>: Optimize resources to reduce expenses.</a:t>
            </a:r>
          </a:p>
          <a:p>
            <a:pPr marL="0" indent="0">
              <a:buNone/>
            </a:pPr>
            <a:r>
              <a:rPr lang="en-US" b="1" dirty="0"/>
              <a:t>Boost efficiency</a:t>
            </a:r>
            <a:r>
              <a:rPr lang="en-US" dirty="0"/>
              <a:t>: Implement innovative solutions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139E4A-1EDC-952F-6A2D-3BD8A666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685800"/>
            <a:ext cx="10652760" cy="685800"/>
          </a:xfrm>
        </p:spPr>
        <p:txBody>
          <a:bodyPr numCol="1">
            <a:normAutofit fontScale="90000"/>
          </a:bodyPr>
          <a:lstStyle/>
          <a:p>
            <a:r>
              <a:rPr lang="en-US" dirty="0"/>
              <a:t>Quote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88720" y="1085850"/>
            <a:ext cx="8767826" cy="4902708"/>
          </a:xfrm>
          <a:noFill/>
        </p:spPr>
        <p:txBody>
          <a:bodyPr numCol="1"/>
          <a:lstStyle/>
          <a:p>
            <a:r>
              <a:rPr lang="en-US" dirty="0"/>
              <a:t>Your success is our strategy. Let’s make it a reality.</a:t>
            </a:r>
          </a:p>
        </p:txBody>
      </p:sp>
    </p:spTree>
    <p:extLst>
      <p:ext uri="{BB962C8B-B14F-4D97-AF65-F5344CB8AC3E}">
        <p14:creationId xmlns:p14="http://schemas.microsoft.com/office/powerpoint/2010/main" val="1403495588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486540"/>
            <a:ext cx="7538419" cy="4093526"/>
          </a:xfrm>
        </p:spPr>
        <p:txBody>
          <a:bodyPr numCol="1"/>
          <a:lstStyle/>
          <a:p>
            <a:r>
              <a:rPr lang="en-US" dirty="0"/>
              <a:t>Understanding client needs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slides/slide7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16D-2F4A-F938-64C3-F8B6808F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817135"/>
            <a:ext cx="6093225" cy="1552062"/>
          </a:xfrm>
        </p:spPr>
        <p:txBody>
          <a:bodyPr numCol="1">
            <a:normAutofit/>
          </a:bodyPr>
          <a:lstStyle/>
          <a:p>
            <a:r>
              <a:rPr lang="en-US" dirty="0"/>
              <a:t>Challenges facing today’s clients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23219C2-A7AB-86B8-8E78-4165FDA98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358744" y="2102445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6447BDFC-E3CC-E323-5FA1-6803483AD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50594" y="3633081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pic>
        <p:nvPicPr>
          <p:cNvPr id="23" name="Picture Placeholder 22" descr="A close up of a plant">
            <a:extLst>
              <a:ext uri="{FF2B5EF4-FFF2-40B4-BE49-F238E27FC236}">
                <a16:creationId xmlns:a16="http://schemas.microsoft.com/office/drawing/2014/main" id="{7EC60E79-8387-1D3B-926C-A83B733B19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7777" y="0"/>
            <a:ext cx="3603258" cy="6858000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CE1C32-E3BE-E820-0C0D-D82105EBFB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2591701"/>
            <a:ext cx="6071616" cy="3726803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dirty="0"/>
              <a:t>Many businesses struggle with inefficiencies: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Outdated processes</a:t>
            </a:r>
            <a:br>
              <a:rPr lang="en-US" dirty="0"/>
            </a:br>
            <a:r>
              <a:rPr lang="en-US" dirty="0"/>
              <a:t>- Increasing competition</a:t>
            </a:r>
            <a:br>
              <a:rPr lang="en-US" dirty="0"/>
            </a:br>
            <a:r>
              <a:rPr lang="en-US" dirty="0"/>
              <a:t>- Adapting to technological changes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hinders their ability to stay competitive in the market.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36329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7380-A532-66A4-50B3-112ED802A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424" y="4363452"/>
            <a:ext cx="8472722" cy="1708165"/>
          </a:xfrm>
        </p:spPr>
        <p:txBody>
          <a:bodyPr numCol="1">
            <a:normAutofit/>
          </a:bodyPr>
          <a:lstStyle/>
          <a:p>
            <a:r>
              <a:rPr lang="en-US" dirty="0"/>
              <a:t>increased productivity with our unique workflow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F2BB-F067-C1A6-62D5-1F8FF64A2B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6424" y="595481"/>
            <a:ext cx="10250214" cy="3767971"/>
          </a:xfrm>
        </p:spPr>
        <p:txBody>
          <a:bodyPr numCol="1"/>
          <a:lstStyle/>
          <a:p>
            <a:r>
              <a:rPr lang="en-US" dirty="0"/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1093627239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E62F-F757-97CA-69BF-74C05CF9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numCol="1"/>
          <a:lstStyle/>
          <a:p>
            <a:r>
              <a:rPr lang="en-US" dirty="0"/>
              <a:t>The cost of inaction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84BB1-16D4-8510-7BFE-056208DE46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8720" y="1963560"/>
            <a:ext cx="5022760" cy="3922890"/>
          </a:xfrm>
        </p:spPr>
        <p:txBody>
          <a:bodyPr numCol="1"/>
          <a:lstStyle/>
          <a:p>
            <a:r>
              <a:rPr lang="en-US" b="1" dirty="0"/>
              <a:t>Ignoring these challenges could mean lost revenue, slower growth, and declining customer trust: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operational efficiency and increased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Increases difficulty in adapting to market changes and customer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Limits innovation and stifles growth opportunities.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82616-224C-DC6E-0F91-81634111B5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56594" y="1963560"/>
            <a:ext cx="5022760" cy="3922890"/>
          </a:xfrm>
        </p:spPr>
        <p:txBody>
          <a:bodyPr numCol="1"/>
          <a:lstStyle/>
          <a:p>
            <a:r>
              <a:rPr lang="en-US" b="1" dirty="0"/>
              <a:t>Addressing these issues promptly can help maintain a competitive edge and foster long-term success: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Enhances customer satisfaction and loyalty.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overall business resilience and adaptability.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Strengthens brand reputation and market position.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B1A050C-98BE-5D21-DA47-4A7F6A94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5430" y="6114097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A064669-4068-F193-9C13-709AF9B3F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733" y="6116452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32315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153D-915E-B26E-77A0-B0A60D95B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1980306"/>
            <a:ext cx="4325112" cy="2897389"/>
          </a:xfrm>
        </p:spPr>
        <p:txBody>
          <a:bodyPr numCol="1"/>
          <a:lstStyle/>
          <a:p>
            <a:r>
              <a:rPr lang="en-US" dirty="0"/>
              <a:t>How we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E6C73-4F90-26C9-3E52-B235190AEA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1977390"/>
            <a:ext cx="4325112" cy="2903220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r>
              <a:rPr lang="en-US" dirty="0"/>
              <a:t>We provide cutting-edge solutions designed to maximize efficiency and profitability. Our team is dedicated to delivering customized strategies that align with your business goals and drive sustainable growth.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E120FA7-590B-9AEF-A3D9-EB7597CC4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35430" y="6114097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FD3965A-030E-C6A5-8301-3B23AF12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733" y="6116452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82638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numCol="1"/>
          <a:lstStyle/>
          <a:p>
            <a:r>
              <a:rPr lang="en-US" dirty="0"/>
              <a:t>Pricing options &amp; packages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E226A44-9929-0F32-DB6E-ECD0C0C23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358744" y="2102445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5B71F7B-FC29-6E24-1D78-AFECFF74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50594" y="3633081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9780BEB-FFD1-3971-F361-1B40A8D668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762136"/>
              </p:ext>
            </p:extLst>
          </p:nvPr>
        </p:nvGraphicFramePr>
        <p:xfrm>
          <a:off x="1189038" y="2070100"/>
          <a:ext cx="10249896" cy="421640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52562">
                  <a:extLst>
                    <a:ext uri="{9D8B030D-6E8A-4147-A177-3AD203B41FA5}">
                      <a16:colId xmlns:a16="http://schemas.microsoft.com/office/drawing/2014/main" val="3168546316"/>
                    </a:ext>
                  </a:extLst>
                </a:gridCol>
                <a:gridCol w="4287058">
                  <a:extLst>
                    <a:ext uri="{9D8B030D-6E8A-4147-A177-3AD203B41FA5}">
                      <a16:colId xmlns:a16="http://schemas.microsoft.com/office/drawing/2014/main" val="3249273269"/>
                    </a:ext>
                  </a:extLst>
                </a:gridCol>
                <a:gridCol w="1567642">
                  <a:extLst>
                    <a:ext uri="{9D8B030D-6E8A-4147-A177-3AD203B41FA5}">
                      <a16:colId xmlns:a16="http://schemas.microsoft.com/office/drawing/2014/main" val="3338054882"/>
                    </a:ext>
                  </a:extLst>
                </a:gridCol>
                <a:gridCol w="2942634">
                  <a:extLst>
                    <a:ext uri="{9D8B030D-6E8A-4147-A177-3AD203B41FA5}">
                      <a16:colId xmlns:a16="http://schemas.microsoft.com/office/drawing/2014/main" val="2175169288"/>
                    </a:ext>
                  </a:extLst>
                </a:gridCol>
              </a:tblGrid>
              <a:tr h="754326">
                <a:tc>
                  <a:txBody>
                    <a:bodyPr numCol="1"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 name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Features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Best for</a:t>
                      </a:r>
                    </a:p>
                  </a:txBody>
                  <a:tcPr marL="18288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364231172"/>
                  </a:ext>
                </a:extLst>
              </a:tr>
              <a:tr h="902583"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Basic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Core features, email support, single-user access	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$399/month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Small businesses or startups</a:t>
                      </a:r>
                    </a:p>
                  </a:txBody>
                  <a:tcPr marL="18288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559441191"/>
                  </a:ext>
                </a:extLst>
              </a:tr>
              <a:tr h="902583"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Pro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Advanced features, priority support, multi-user access	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$599/month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Growing businesses needing scalability</a:t>
                      </a:r>
                    </a:p>
                  </a:txBody>
                  <a:tcPr marL="18288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425558636"/>
                  </a:ext>
                </a:extLst>
              </a:tr>
              <a:tr h="902583"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Enterprise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Full suite of features, dedicated account manager, API access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Custom pricing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Large organizations with complex needs</a:t>
                      </a:r>
                    </a:p>
                  </a:txBody>
                  <a:tcPr marL="18288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609158448"/>
                  </a:ext>
                </a:extLst>
              </a:tr>
              <a:tr h="754326"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Promotional offer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Get 20% off your first 3 months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-</a:t>
                      </a:r>
                    </a:p>
                  </a:txBody>
                  <a:tcPr marL="182880" marR="137160" marT="137160" marB="137160" anchor="ctr"/>
                </a:tc>
                <a:tc>
                  <a:txBody>
                    <a:bodyPr numCol="1"/>
                    <a:lstStyle/>
                    <a:p>
                      <a:r>
                        <a:rPr lang="en-US" sz="1400" dirty="0"/>
                        <a:t>New customers</a:t>
                      </a:r>
                    </a:p>
                  </a:txBody>
                  <a:tcPr marL="18288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14295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043495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7223-A893-96A6-F0E7-83F317B9B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486540"/>
            <a:ext cx="7538419" cy="4093526"/>
          </a:xfrm>
        </p:spPr>
        <p:txBody>
          <a:bodyPr numCol="1"/>
          <a:lstStyle/>
          <a:p>
            <a:r>
              <a:rPr lang="en-US" dirty="0"/>
              <a:t>Real-world success stories</a:t>
            </a:r>
          </a:p>
        </p:txBody>
      </p:sp>
    </p:spTree>
    <p:extLst>
      <p:ext uri="{BB962C8B-B14F-4D97-AF65-F5344CB8AC3E}">
        <p14:creationId xmlns:p14="http://schemas.microsoft.com/office/powerpoint/2010/main" val="3761678752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B732-B1AC-BE34-4B6A-E40D4AAEC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66982"/>
            <a:ext cx="9504273" cy="466344"/>
          </a:xfrm>
        </p:spPr>
        <p:txBody>
          <a:bodyPr numCol="1">
            <a:normAutofit/>
          </a:bodyPr>
          <a:lstStyle/>
          <a:p>
            <a:r>
              <a:rPr lang="en-US" noProof="0" dirty="0"/>
              <a:t>Brita Tamm, Alpine Ski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3921-0C7A-69E8-FDAD-099AB8A054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25650" y="1682749"/>
            <a:ext cx="8678773" cy="4008581"/>
          </a:xfrm>
        </p:spPr>
        <p:txBody>
          <a:bodyPr numCol="1">
            <a:normAutofit fontScale="92500" lnSpcReduction="10000"/>
          </a:bodyPr>
          <a:lstStyle/>
          <a:p>
            <a:r>
              <a:rPr lang="en-US" dirty="0"/>
              <a:t>“We saw immediate results—higher sales, lower costs, and improved efficiency.”</a:t>
            </a:r>
          </a:p>
        </p:txBody>
      </p:sp>
    </p:spTree>
    <p:extLst>
      <p:ext uri="{BB962C8B-B14F-4D97-AF65-F5344CB8AC3E}">
        <p14:creationId xmlns:p14="http://schemas.microsoft.com/office/powerpoint/2010/main" val="611099963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87DED8-6AE1-68B6-2A8B-7B962CA7F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881063"/>
            <a:ext cx="10390634" cy="867412"/>
          </a:xfrm>
        </p:spPr>
        <p:txBody>
          <a:bodyPr numCol="1"/>
          <a:lstStyle/>
          <a:p>
            <a:r>
              <a:rPr lang="en-US" dirty="0"/>
              <a:t>Why choose us?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D49FD16-7654-F4BA-9DF2-A4E155A69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358744" y="2102445"/>
            <a:ext cx="429207" cy="365125"/>
          </a:xfrm>
        </p:spPr>
        <p:txBody>
          <a:bodyPr numCol="1"/>
          <a:lstStyle/>
          <a:p>
            <a:fld id="{CC057153-B650-4DEB-B370-79DDCFDCE93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A664164-AB4A-ED27-063D-A64D027BE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650594" y="3633081"/>
            <a:ext cx="2447884" cy="365125"/>
          </a:xfrm>
        </p:spPr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AE507D-4CB8-AC6C-888A-88AAAAA0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19" y="2070404"/>
            <a:ext cx="10250215" cy="4238956"/>
          </a:xfrm>
        </p:spPr>
        <p:txBody>
          <a:bodyPr vert="horz" lIns="91440" tIns="45720" rIns="91440" bIns="45720" numCol="1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Proven results</a:t>
            </a:r>
          </a:p>
          <a:p>
            <a:pPr marL="0" indent="0">
              <a:buNone/>
            </a:pPr>
            <a:r>
              <a:rPr lang="en-US" dirty="0"/>
              <a:t>We’ve helped hundreds of businesses transform their operations by implementing innovative solutions that streamline processes, enhance productivity, and drive growth.</a:t>
            </a:r>
          </a:p>
          <a:p>
            <a:pPr marL="0" indent="0">
              <a:buNone/>
            </a:pPr>
            <a:r>
              <a:rPr lang="en-US" b="1" dirty="0"/>
              <a:t>Tailored approach</a:t>
            </a:r>
          </a:p>
          <a:p>
            <a:pPr marL="0" indent="0">
              <a:buNone/>
            </a:pPr>
            <a:r>
              <a:rPr lang="en-US" dirty="0"/>
              <a:t>Our solutions are customized to fit your unique needs, ensuring that you receive the most effective and relevant support for your specific challenges. </a:t>
            </a:r>
          </a:p>
          <a:p>
            <a:pPr marL="0" indent="0">
              <a:buNone/>
            </a:pPr>
            <a:r>
              <a:rPr lang="en-US" b="1" dirty="0"/>
              <a:t>Unmatched support</a:t>
            </a:r>
          </a:p>
          <a:p>
            <a:pPr marL="0" indent="0">
              <a:buNone/>
            </a:pPr>
            <a:r>
              <a:rPr lang="en-US" dirty="0"/>
              <a:t>We offer ongoing guidance to ensure long-term success, providing you with the tools, resources, and expertise needed to navigate any challenges that may arise.</a:t>
            </a:r>
          </a:p>
        </p:txBody>
      </p:sp>
    </p:spTree>
    <p:extLst>
      <p:ext uri="{BB962C8B-B14F-4D97-AF65-F5344CB8AC3E}">
        <p14:creationId xmlns:p14="http://schemas.microsoft.com/office/powerpoint/2010/main" val="1989932336"/>
      </p:ext>
    </p:extLst>
  </p:cSld>
  <p:clrMapOvr>
    <a:masterClrMapping/>
  </p:clrMapOvr>
</p:sld>
</file>

<file path=ppt/slides/slide15.xml><?xml version="1.0" encoding="utf-8"?>
<p:sld xmlns:a16="http://schemas.microsoft.com/office/drawing/2014/main" xmlns:p14="http://schemas.microsoft.com/office/powerpoint/2010/main" xmlns:dgm="http://schemas.openxmlformats.org/drawingml/2006/diagram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499839-9666-B983-B7D3-39DC6EED6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19" y="1847088"/>
            <a:ext cx="9950620" cy="1133856"/>
          </a:xfrm>
        </p:spPr>
        <p:txBody>
          <a:bodyPr numCol="1"/>
          <a:lstStyle/>
          <a:p>
            <a:r>
              <a:rPr lang="en-US" dirty="0"/>
              <a:t>Let’s take your business to the next level—together.</a:t>
            </a:r>
          </a:p>
        </p:txBody>
      </p:sp>
      <p:graphicFrame>
        <p:nvGraphicFramePr>
          <p:cNvPr id="7" name="Diagram 6" descr="Flexible text blocks SmartArt graphic">
            <a:extLst>
              <a:ext uri="{FF2B5EF4-FFF2-40B4-BE49-F238E27FC236}">
                <a16:creationId xmlns:a16="http://schemas.microsoft.com/office/drawing/2014/main" id="{6A0FB4AC-43A1-7DCA-8353-FA16FC08C3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7216921"/>
              </p:ext>
            </p:extLst>
          </p:nvPr>
        </p:nvGraphicFramePr>
        <p:xfrm>
          <a:off x="1341119" y="3365500"/>
          <a:ext cx="9662161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2"/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B5092-D036-05C0-3008-919369E6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numCol="1"/>
          <a:lstStyle/>
          <a:p>
            <a:r>
              <a:rPr lang="en-US" dirty="0"/>
              <a:t>High-impact sales strategies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B0AEF-9401-E7C8-FA61-36871A67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numCol="1"/>
          <a:lstStyle/>
          <a:p>
            <a:fld id="{CC057153-B650-4DEB-B370-79DDCFDCE93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945984"/>
      </p:ext>
    </p:extLst>
  </p:cSld>
  <p:clrMapOvr>
    <a:masterClrMapping/>
  </p:clrMapOvr>
</p:sld>
</file>

<file path=ppt/slides/slide1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933449"/>
            <a:ext cx="3598681" cy="2071689"/>
          </a:xfrm>
        </p:spPr>
        <p:txBody>
          <a:bodyPr numCol="1"/>
          <a:lstStyle/>
          <a:p>
            <a:r>
              <a:rPr lang="en-US" dirty="0"/>
              <a:t>Q &amp; 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8720" y="3128963"/>
            <a:ext cx="3585586" cy="3131812"/>
          </a:xfrm>
        </p:spPr>
        <p:txBody>
          <a:bodyPr numCol="1">
            <a:normAutofit/>
          </a:bodyPr>
          <a:lstStyle/>
          <a:p>
            <a:r>
              <a:rPr lang="en-US" dirty="0"/>
              <a:t>We will now open the floor for questions.</a:t>
            </a:r>
          </a:p>
        </p:txBody>
      </p:sp>
      <p:pic>
        <p:nvPicPr>
          <p:cNvPr id="7" name="Picture Placeholder 6" descr="A close up of a plant">
            <a:extLst>
              <a:ext uri="{FF2B5EF4-FFF2-40B4-BE49-F238E27FC236}">
                <a16:creationId xmlns:a16="http://schemas.microsoft.com/office/drawing/2014/main" id="{4D793EC9-E32C-C4AA-76E5-1B5E961A62D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76120" y="0"/>
            <a:ext cx="5025257" cy="6858000"/>
          </a:xfrm>
        </p:spPr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panose="02110004020202020204"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110004020202020204"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  <a:ln algn="ctr" cap="flat" cmpd="sng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id="{2E142A2C-CD16-42D6-873A-C26D2A0506FA}" name="Office Theme" vid="{1BDDFF52-6CD6-40A5-AB3C-68EB2F1E4D0A}"/>
    </a:ext>
  </a:extLst>
</a:theme>
</file>

<file path=ppt/theme/theme2.xml><?xml version="1.0" encoding="utf-8"?>
<a:theme xmlns:a="http://schemas.openxmlformats.org/drawingml/2006/main" name="Gold Minimalism">
  <a:themeElements>
    <a:clrScheme name="Custom 8">
      <a:dk1>
        <a:sysClr lastClr="000000" val="windowText"/>
      </a:dk1>
      <a:lt1>
        <a:sysClr lastClr="FFFFFF" val="window"/>
      </a:lt1>
      <a:dk2>
        <a:srgbClr val="2C3932"/>
      </a:dk2>
      <a:lt2>
        <a:srgbClr val="B17A5B"/>
      </a:lt2>
      <a:accent1>
        <a:srgbClr val="CEBA80"/>
      </a:accent1>
      <a:accent2>
        <a:srgbClr val="4E364F"/>
      </a:accent2>
      <a:accent3>
        <a:srgbClr val="7A7567"/>
      </a:accent3>
      <a:accent4>
        <a:srgbClr val="364F4A"/>
      </a:accent4>
      <a:accent5>
        <a:srgbClr val="96A3C4"/>
      </a:accent5>
      <a:accent6>
        <a:srgbClr val="C2CFBB"/>
      </a:accent6>
      <a:hlink>
        <a:srgbClr val="169C9A"/>
      </a:hlink>
      <a:folHlink>
        <a:srgbClr val="E15C3D"/>
      </a:folHlink>
    </a:clrScheme>
    <a:fontScheme name="Custom 15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6350">
          <a:solidFill>
            <a:schemeClr val="phClr"/>
          </a:solidFill>
          <a:prstDash val="solid"/>
          <a:miter lim="800000"/>
        </a:ln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id="{C17B8461-7BAF-4AD3-85EC-10BA211770A4}" name="Muted minimalism sales presentation_win32_DN_v2" vid="{9A34595D-8FE1-48E7-A441-CE2046B778B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panose="02110004020202020204"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110004020202020204"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  <a:ln algn="ctr" cap="flat" cmpd="sng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id="{2E142A2C-CD16-42D6-873A-C26D2A0506FA}" name="Office Theme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185BFC-6E97-4C88-9034-F2A7ED1C005E}">
  <ds:schemaRefs>
    <ds:schemaRef ds:uri="http://schemas.openxmlformats.org/package/2006/metadata/core-properties"/>
    <ds:schemaRef ds:uri="http://schemas.microsoft.com/office/2006/metadata/properties"/>
    <ds:schemaRef ds:uri="71af3243-3dd4-4a8d-8c0d-dd76da1f02a5"/>
    <ds:schemaRef ds:uri="http://schemas.microsoft.com/office/2006/documentManagement/types"/>
    <ds:schemaRef ds:uri="http://purl.org/dc/dcmitype/"/>
    <ds:schemaRef ds:uri="http://purl.org/dc/terms/"/>
    <ds:schemaRef ds:uri="http://schemas.microsoft.com/sharepoint/v3"/>
    <ds:schemaRef ds:uri="http://schemas.microsoft.com/office/infopath/2007/PartnerControls"/>
    <ds:schemaRef ds:uri="http://purl.org/dc/elements/1.1/"/>
    <ds:schemaRef ds:uri="http://www.w3.org/XML/1998/namespace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881A4212-02C6-475D-B332-DC5017D045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AF2CE-2C32-498E-B467-6C60C37679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Company/>
  <Words>567</Words>
  <Paragraphs>88</Paragraphs>
  <Slides>16</Slides>
  <Notes>0</Notes>
  <TotalTime>1054</TotalTime>
  <HiddenSlides>0</HiddenSlides>
  <MMClips>0</MMClips>
  <ScaleCrop>false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baseType="lpstr" size="21">
      <vt:lpstr>Aptos</vt:lpstr>
      <vt:lpstr>Aptos Display</vt:lpstr>
      <vt:lpstr>Aptos Light</vt:lpstr>
      <vt:lpstr>Arial</vt:lpstr>
      <vt:lpstr>Gold Minimalism</vt:lpstr>
      <vt:lpstr>High-impact sales strategies</vt:lpstr>
      <vt:lpstr>Agenda</vt:lpstr>
      <vt:lpstr>Introduction</vt:lpstr>
      <vt:lpstr>Our promise</vt:lpstr>
      <vt:lpstr>Quote</vt:lpstr>
      <vt:lpstr>Understanding client needs</vt:lpstr>
      <vt:lpstr>Challenges facing today’s clients</vt:lpstr>
      <vt:lpstr>increased productivity with our unique workflow solutions</vt:lpstr>
      <vt:lpstr>The cost of inaction</vt:lpstr>
      <vt:lpstr>How we help</vt:lpstr>
      <vt:lpstr>Pricing options &amp; packages</vt:lpstr>
      <vt:lpstr>Real-world success stories</vt:lpstr>
      <vt:lpstr>Brita Tamm, Alpine Ski House</vt:lpstr>
      <vt:lpstr>Why choose us?</vt:lpstr>
      <vt:lpstr>Let’s take your business to the next level—together.</vt:lpstr>
      <vt:lpstr>Q &amp; A</vt:lpstr>
    </vt:vector>
  </TitlesOfParts>
  <LinksUpToDate>false</LinksUpToDate>
  <SharedDoc>false</SharedDoc>
  <HyperlinksChanged>false</HyperlinksChanged>
  <Application>Microsoft Office PowerPoint</Application>
  <AppVersion>16.0000</AppVers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ontentStatus/>
  <dcterms:created xsi:type="dcterms:W3CDTF">2024-06-26T20:20:27Z</dcterms:created>
  <dcterms:modified xsi:type="dcterms:W3CDTF">2025-07-01T06:14:23Z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ontentTypeId" pid="2">
    <vt:lpwstr>0x01010079F111ED35F8CC479449609E8A0923A6</vt:lpwstr>
  </property>
  <property fmtid="{D5CDD505-2E9C-101B-9397-08002B2CF9AE}" name="MediaServiceImageTags" pid="3">
    <vt:lpwstr/>
  </property>
</Properties>
</file>