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true" saveSubsetFonts="1">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Aptos" panose="020B0004020202020204" charset="1"/>
      <p:regular r:id="rId14"/>
    </p:embeddedFont>
    <p:embeddedFont>
      <p:font typeface="Arimo Bold" panose="020B0704020202020204" charset="1"/>
      <p:regular r:id="rId15"/>
    </p:embeddedFont>
    <p:embeddedFont>
      <p:font typeface="Arimo" panose="020B0604020202020204" charset="1"/>
      <p:regular r:id="rId16"/>
    </p:embeddedFont>
    <p:embeddedFont>
      <p:font typeface="Lemonade Display" panose="00000000000000000000" charset="1"/>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 Id="rId3" Target="../media/image4.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id="2" name="Group 2"/>
          <p:cNvGrpSpPr/>
          <p:nvPr/>
        </p:nvGrpSpPr>
        <p:grpSpPr>
          <a:xfrm rot="0">
            <a:off x="-19050" y="0"/>
            <a:ext cx="18288000" cy="10279028"/>
            <a:chOff x="0" y="0"/>
            <a:chExt cx="24384000" cy="13705370"/>
          </a:xfrm>
        </p:grpSpPr>
        <p:sp>
          <p:nvSpPr>
            <p:cNvPr id="3" name="Freeform 3"/>
            <p:cNvSpPr/>
            <p:nvPr/>
          </p:nvSpPr>
          <p:spPr>
            <a:xfrm rot="0" flipH="false" flipV="false">
              <a:off x="0" y="0"/>
              <a:ext cx="24384000" cy="13705332"/>
            </a:xfrm>
            <a:custGeom>
              <a:avLst/>
              <a:gdLst/>
              <a:ahLst/>
              <a:cxnLst/>
              <a:rect l="l" t="t" r="r" b="b"/>
              <a:pathLst>
                <a:path w="24384000" h="13705332">
                  <a:moveTo>
                    <a:pt x="0" y="0"/>
                  </a:moveTo>
                  <a:lnTo>
                    <a:pt x="24384000" y="0"/>
                  </a:lnTo>
                  <a:lnTo>
                    <a:pt x="24384000" y="13705332"/>
                  </a:lnTo>
                  <a:lnTo>
                    <a:pt x="0" y="13705332"/>
                  </a:lnTo>
                  <a:lnTo>
                    <a:pt x="0" y="0"/>
                  </a:lnTo>
                  <a:close/>
                </a:path>
              </a:pathLst>
            </a:custGeom>
            <a:blipFill>
              <a:blip r:embed="rId2"/>
              <a:stretch>
                <a:fillRect l="-351" t="0" r="-351" b="0"/>
              </a:stretch>
            </a:blipFill>
          </p:spPr>
        </p:sp>
      </p:grpSp>
      <p:grpSp>
        <p:nvGrpSpPr>
          <p:cNvPr id="4" name="Group 4"/>
          <p:cNvGrpSpPr/>
          <p:nvPr/>
        </p:nvGrpSpPr>
        <p:grpSpPr>
          <a:xfrm rot="0">
            <a:off x="1190682" y="3162357"/>
            <a:ext cx="2759012" cy="512026"/>
            <a:chOff x="0" y="0"/>
            <a:chExt cx="3678682" cy="682701"/>
          </a:xfrm>
        </p:grpSpPr>
        <p:sp>
          <p:nvSpPr>
            <p:cNvPr id="5" name="Freeform 5"/>
            <p:cNvSpPr/>
            <p:nvPr/>
          </p:nvSpPr>
          <p:spPr>
            <a:xfrm rot="0" flipH="false" flipV="false">
              <a:off x="0" y="0"/>
              <a:ext cx="3678682" cy="682625"/>
            </a:xfrm>
            <a:custGeom>
              <a:avLst/>
              <a:gdLst/>
              <a:ahLst/>
              <a:cxnLst/>
              <a:rect l="l" t="t" r="r" b="b"/>
              <a:pathLst>
                <a:path w="3678682" h="682625">
                  <a:moveTo>
                    <a:pt x="0" y="285750"/>
                  </a:moveTo>
                  <a:cubicBezTo>
                    <a:pt x="0" y="128016"/>
                    <a:pt x="128016" y="0"/>
                    <a:pt x="285750" y="0"/>
                  </a:cubicBezTo>
                  <a:lnTo>
                    <a:pt x="3392932" y="0"/>
                  </a:lnTo>
                  <a:cubicBezTo>
                    <a:pt x="3550793" y="0"/>
                    <a:pt x="3678682" y="128016"/>
                    <a:pt x="3678682" y="285750"/>
                  </a:cubicBezTo>
                  <a:lnTo>
                    <a:pt x="3678682" y="396875"/>
                  </a:lnTo>
                  <a:cubicBezTo>
                    <a:pt x="3678682" y="554736"/>
                    <a:pt x="3550666" y="682625"/>
                    <a:pt x="3392932" y="682625"/>
                  </a:cubicBezTo>
                  <a:lnTo>
                    <a:pt x="285750" y="682625"/>
                  </a:lnTo>
                  <a:cubicBezTo>
                    <a:pt x="128016" y="682752"/>
                    <a:pt x="0" y="554736"/>
                    <a:pt x="0" y="396875"/>
                  </a:cubicBezTo>
                  <a:close/>
                </a:path>
              </a:pathLst>
            </a:custGeom>
            <a:solidFill>
              <a:srgbClr val="5678F0"/>
            </a:solidFill>
          </p:spPr>
        </p:sp>
        <p:sp>
          <p:nvSpPr>
            <p:cNvPr id="6" name="TextBox 6"/>
            <p:cNvSpPr txBox="true"/>
            <p:nvPr/>
          </p:nvSpPr>
          <p:spPr>
            <a:xfrm>
              <a:off x="0" y="-9525"/>
              <a:ext cx="3678682" cy="692226"/>
            </a:xfrm>
            <a:prstGeom prst="rect">
              <a:avLst/>
            </a:prstGeom>
          </p:spPr>
          <p:txBody>
            <a:bodyPr lIns="50800" tIns="50800" rIns="50800" bIns="50800" rtlCol="false" anchor="t"/>
            <a:lstStyle/>
            <a:p>
              <a:pPr algn="l">
                <a:lnSpc>
                  <a:spcPts val="2520"/>
                </a:lnSpc>
              </a:pPr>
              <a:r>
                <a:rPr lang="en-US" sz="2100">
                  <a:solidFill>
                    <a:srgbClr val="FFFFFF"/>
                  </a:solidFill>
                  <a:latin typeface="Aptos"/>
                  <a:ea typeface="Aptos"/>
                  <a:cs typeface="Aptos"/>
                  <a:sym typeface="Aptos"/>
                </a:rPr>
                <a:t>Lorem Ipsum</a:t>
              </a:r>
            </a:p>
          </p:txBody>
        </p:sp>
      </p:grpSp>
      <p:sp>
        <p:nvSpPr>
          <p:cNvPr id="7" name="TextBox 7"/>
          <p:cNvSpPr txBox="true"/>
          <p:nvPr/>
        </p:nvSpPr>
        <p:spPr>
          <a:xfrm rot="0">
            <a:off x="1190682" y="3764756"/>
            <a:ext cx="8203178" cy="5387454"/>
          </a:xfrm>
          <a:prstGeom prst="rect">
            <a:avLst/>
          </a:prstGeom>
        </p:spPr>
        <p:txBody>
          <a:bodyPr lIns="0" tIns="0" rIns="0" bIns="0" rtlCol="false" anchor="t">
            <a:spAutoFit/>
          </a:bodyPr>
          <a:lstStyle/>
          <a:p>
            <a:pPr algn="l">
              <a:lnSpc>
                <a:spcPts val="9720"/>
              </a:lnSpc>
            </a:pPr>
            <a:r>
              <a:rPr lang="en-US" sz="8100" b="true">
                <a:solidFill>
                  <a:srgbClr val="303030"/>
                </a:solidFill>
                <a:latin typeface="Arimo Bold"/>
                <a:ea typeface="Arimo Bold"/>
                <a:cs typeface="Arimo Bold"/>
                <a:sym typeface="Arimo Bold"/>
              </a:rPr>
              <a:t>Lorem Ipsum Dolor Sit Amet Consectetur Elit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Box 2"/>
          <p:cNvSpPr txBox="true"/>
          <p:nvPr/>
        </p:nvSpPr>
        <p:spPr>
          <a:xfrm rot="0">
            <a:off x="584635" y="915314"/>
            <a:ext cx="12891240" cy="900332"/>
          </a:xfrm>
          <a:prstGeom prst="rect">
            <a:avLst/>
          </a:prstGeom>
        </p:spPr>
        <p:txBody>
          <a:bodyPr lIns="0" tIns="0" rIns="0" bIns="0" rtlCol="false" anchor="t">
            <a:spAutoFit/>
          </a:bodyPr>
          <a:lstStyle/>
          <a:p>
            <a:pPr algn="l">
              <a:lnSpc>
                <a:spcPts val="6975"/>
              </a:lnSpc>
            </a:pPr>
            <a:r>
              <a:rPr lang="en-US" sz="4800" b="true">
                <a:solidFill>
                  <a:srgbClr val="5678F0"/>
                </a:solidFill>
                <a:latin typeface="Arimo Bold"/>
                <a:ea typeface="Arimo Bold"/>
                <a:cs typeface="Arimo Bold"/>
                <a:sym typeface="Arimo Bold"/>
              </a:rPr>
              <a:t>Lorem Ipsum Dolor Sit: Amet Consectetur</a:t>
            </a:r>
          </a:p>
        </p:txBody>
      </p:sp>
      <p:sp>
        <p:nvSpPr>
          <p:cNvPr id="3" name="TextBox 3"/>
          <p:cNvSpPr txBox="true"/>
          <p:nvPr/>
        </p:nvSpPr>
        <p:spPr>
          <a:xfrm rot="0">
            <a:off x="584635" y="2075307"/>
            <a:ext cx="16959091" cy="807720"/>
          </a:xfrm>
          <a:prstGeom prst="rect">
            <a:avLst/>
          </a:prstGeom>
        </p:spPr>
        <p:txBody>
          <a:bodyPr lIns="0" tIns="0" rIns="0" bIns="0" rtlCol="false" anchor="t">
            <a:spAutoFit/>
          </a:bodyPr>
          <a:lstStyle/>
          <a:p>
            <a:pPr algn="l">
              <a:lnSpc>
                <a:spcPts val="3225"/>
              </a:lnSpc>
            </a:pPr>
            <a:r>
              <a:rPr lang="en-US" sz="1800">
                <a:solidFill>
                  <a:srgbClr val="303030"/>
                </a:solidFill>
                <a:latin typeface="Arimo"/>
                <a:ea typeface="Arimo"/>
                <a:cs typeface="Arimo"/>
                <a:sym typeface="Arimo"/>
              </a:rPr>
              <a:t>Lorem ipsum dolor sit amet, consectetur adipiscing elit, sed do eiusmod tempor incididunt ut labore et dolore magna aliqua. Ut enim ad minim veniam, quis nostrud exercitation ullamco laboris nisi ut aliquip ex ea commodo consequat.</a:t>
            </a:r>
          </a:p>
        </p:txBody>
      </p:sp>
      <p:grpSp>
        <p:nvGrpSpPr>
          <p:cNvPr id="4" name="Group 4"/>
          <p:cNvGrpSpPr/>
          <p:nvPr/>
        </p:nvGrpSpPr>
        <p:grpSpPr>
          <a:xfrm rot="0">
            <a:off x="584635" y="3202486"/>
            <a:ext cx="16959091" cy="5299662"/>
            <a:chOff x="0" y="0"/>
            <a:chExt cx="22612121" cy="7066216"/>
          </a:xfrm>
        </p:grpSpPr>
        <p:sp>
          <p:nvSpPr>
            <p:cNvPr id="5" name="Freeform 5" descr="preencoded.png"/>
            <p:cNvSpPr/>
            <p:nvPr/>
          </p:nvSpPr>
          <p:spPr>
            <a:xfrm rot="0" flipH="false" flipV="false">
              <a:off x="0" y="0"/>
              <a:ext cx="22612096" cy="7066153"/>
            </a:xfrm>
            <a:custGeom>
              <a:avLst/>
              <a:gdLst/>
              <a:ahLst/>
              <a:cxnLst/>
              <a:rect l="l" t="t" r="r" b="b"/>
              <a:pathLst>
                <a:path w="22612096" h="7066153">
                  <a:moveTo>
                    <a:pt x="0" y="0"/>
                  </a:moveTo>
                  <a:lnTo>
                    <a:pt x="22612096" y="0"/>
                  </a:lnTo>
                  <a:lnTo>
                    <a:pt x="22612096" y="7066153"/>
                  </a:lnTo>
                  <a:lnTo>
                    <a:pt x="0" y="7066153"/>
                  </a:lnTo>
                  <a:lnTo>
                    <a:pt x="0" y="0"/>
                  </a:lnTo>
                  <a:close/>
                </a:path>
              </a:pathLst>
            </a:custGeom>
            <a:blipFill>
              <a:blip r:embed="rId2"/>
              <a:stretch>
                <a:fillRect l="0" t="-467" r="0" b="-468"/>
              </a:stretch>
            </a:blipFill>
          </p:spPr>
        </p:sp>
      </p:grpSp>
      <p:sp>
        <p:nvSpPr>
          <p:cNvPr id="6" name="TextBox 6"/>
          <p:cNvSpPr txBox="true"/>
          <p:nvPr/>
        </p:nvSpPr>
        <p:spPr>
          <a:xfrm rot="0">
            <a:off x="1554880" y="4902479"/>
            <a:ext cx="2970381" cy="958234"/>
          </a:xfrm>
          <a:prstGeom prst="rect">
            <a:avLst/>
          </a:prstGeom>
        </p:spPr>
        <p:txBody>
          <a:bodyPr lIns="0" tIns="0" rIns="0" bIns="0" rtlCol="false" anchor="t">
            <a:spAutoFit/>
          </a:bodyPr>
          <a:lstStyle/>
          <a:p>
            <a:pPr algn="ctr">
              <a:lnSpc>
                <a:spcPts val="3975"/>
              </a:lnSpc>
            </a:pPr>
            <a:r>
              <a:rPr lang="en-US" sz="2700" b="true">
                <a:solidFill>
                  <a:srgbClr val="5678F0"/>
                </a:solidFill>
                <a:latin typeface="Arimo Bold"/>
                <a:ea typeface="Arimo Bold"/>
                <a:cs typeface="Arimo Bold"/>
                <a:sym typeface="Arimo Bold"/>
              </a:rPr>
              <a:t>Lorem IpsumDolor Sit</a:t>
            </a:r>
          </a:p>
        </p:txBody>
      </p:sp>
      <p:sp>
        <p:nvSpPr>
          <p:cNvPr id="7" name="TextBox 7"/>
          <p:cNvSpPr txBox="true"/>
          <p:nvPr/>
        </p:nvSpPr>
        <p:spPr>
          <a:xfrm rot="0">
            <a:off x="1554880" y="5904243"/>
            <a:ext cx="2970381" cy="824865"/>
          </a:xfrm>
          <a:prstGeom prst="rect">
            <a:avLst/>
          </a:prstGeom>
        </p:spPr>
        <p:txBody>
          <a:bodyPr lIns="0" tIns="0" rIns="0" bIns="0" rtlCol="false" anchor="t">
            <a:spAutoFit/>
          </a:bodyPr>
          <a:lstStyle/>
          <a:p>
            <a:pPr algn="ctr">
              <a:lnSpc>
                <a:spcPts val="3300"/>
              </a:lnSpc>
            </a:pPr>
            <a:r>
              <a:rPr lang="en-US" sz="2100">
                <a:solidFill>
                  <a:srgbClr val="303030"/>
                </a:solidFill>
                <a:latin typeface="Arimo"/>
                <a:ea typeface="Arimo"/>
                <a:cs typeface="Arimo"/>
                <a:sym typeface="Arimo"/>
              </a:rPr>
              <a:t>Lorem ipsum dolor sit amet consectetur.</a:t>
            </a:r>
          </a:p>
        </p:txBody>
      </p:sp>
      <p:sp>
        <p:nvSpPr>
          <p:cNvPr id="8" name="TextBox 8"/>
          <p:cNvSpPr txBox="true"/>
          <p:nvPr/>
        </p:nvSpPr>
        <p:spPr>
          <a:xfrm rot="0">
            <a:off x="5615264" y="5120602"/>
            <a:ext cx="2970381" cy="521980"/>
          </a:xfrm>
          <a:prstGeom prst="rect">
            <a:avLst/>
          </a:prstGeom>
        </p:spPr>
        <p:txBody>
          <a:bodyPr lIns="0" tIns="0" rIns="0" bIns="0" rtlCol="false" anchor="t">
            <a:spAutoFit/>
          </a:bodyPr>
          <a:lstStyle/>
          <a:p>
            <a:pPr algn="ctr">
              <a:lnSpc>
                <a:spcPts val="3975"/>
              </a:lnSpc>
            </a:pPr>
            <a:r>
              <a:rPr lang="en-US" sz="2700" b="true">
                <a:solidFill>
                  <a:srgbClr val="5678F0"/>
                </a:solidFill>
                <a:latin typeface="Arimo Bold"/>
                <a:ea typeface="Arimo Bold"/>
                <a:cs typeface="Arimo Bold"/>
                <a:sym typeface="Arimo Bold"/>
              </a:rPr>
              <a:t>Adipiscing Elit</a:t>
            </a:r>
          </a:p>
        </p:txBody>
      </p:sp>
      <p:sp>
        <p:nvSpPr>
          <p:cNvPr id="9" name="TextBox 9"/>
          <p:cNvSpPr txBox="true"/>
          <p:nvPr/>
        </p:nvSpPr>
        <p:spPr>
          <a:xfrm rot="0">
            <a:off x="5615264" y="5686111"/>
            <a:ext cx="2970381" cy="824865"/>
          </a:xfrm>
          <a:prstGeom prst="rect">
            <a:avLst/>
          </a:prstGeom>
        </p:spPr>
        <p:txBody>
          <a:bodyPr lIns="0" tIns="0" rIns="0" bIns="0" rtlCol="false" anchor="t">
            <a:spAutoFit/>
          </a:bodyPr>
          <a:lstStyle/>
          <a:p>
            <a:pPr algn="ctr">
              <a:lnSpc>
                <a:spcPts val="3300"/>
              </a:lnSpc>
            </a:pPr>
            <a:r>
              <a:rPr lang="en-US" sz="2100">
                <a:solidFill>
                  <a:srgbClr val="303030"/>
                </a:solidFill>
                <a:latin typeface="Arimo"/>
                <a:ea typeface="Arimo"/>
                <a:cs typeface="Arimo"/>
                <a:sym typeface="Arimo"/>
              </a:rPr>
              <a:t>Sed do eiusmod tempor incididunt ut.</a:t>
            </a:r>
          </a:p>
        </p:txBody>
      </p:sp>
      <p:sp>
        <p:nvSpPr>
          <p:cNvPr id="10" name="TextBox 10"/>
          <p:cNvSpPr txBox="true"/>
          <p:nvPr/>
        </p:nvSpPr>
        <p:spPr>
          <a:xfrm rot="0">
            <a:off x="9561500" y="4902479"/>
            <a:ext cx="2970381" cy="958234"/>
          </a:xfrm>
          <a:prstGeom prst="rect">
            <a:avLst/>
          </a:prstGeom>
        </p:spPr>
        <p:txBody>
          <a:bodyPr lIns="0" tIns="0" rIns="0" bIns="0" rtlCol="false" anchor="t">
            <a:spAutoFit/>
          </a:bodyPr>
          <a:lstStyle/>
          <a:p>
            <a:pPr algn="ctr">
              <a:lnSpc>
                <a:spcPts val="3975"/>
              </a:lnSpc>
            </a:pPr>
            <a:r>
              <a:rPr lang="en-US" sz="2700" b="true">
                <a:solidFill>
                  <a:srgbClr val="5678F0"/>
                </a:solidFill>
                <a:latin typeface="Arimo Bold"/>
                <a:ea typeface="Arimo Bold"/>
                <a:cs typeface="Arimo Bold"/>
                <a:sym typeface="Arimo Bold"/>
              </a:rPr>
              <a:t>Labore EtDolore</a:t>
            </a:r>
          </a:p>
        </p:txBody>
      </p:sp>
      <p:sp>
        <p:nvSpPr>
          <p:cNvPr id="11" name="TextBox 11"/>
          <p:cNvSpPr txBox="true"/>
          <p:nvPr/>
        </p:nvSpPr>
        <p:spPr>
          <a:xfrm rot="0">
            <a:off x="9561500" y="5904243"/>
            <a:ext cx="2970381" cy="824865"/>
          </a:xfrm>
          <a:prstGeom prst="rect">
            <a:avLst/>
          </a:prstGeom>
        </p:spPr>
        <p:txBody>
          <a:bodyPr lIns="0" tIns="0" rIns="0" bIns="0" rtlCol="false" anchor="t">
            <a:spAutoFit/>
          </a:bodyPr>
          <a:lstStyle/>
          <a:p>
            <a:pPr algn="ctr">
              <a:lnSpc>
                <a:spcPts val="3300"/>
              </a:lnSpc>
            </a:pPr>
            <a:r>
              <a:rPr lang="en-US" sz="2100">
                <a:solidFill>
                  <a:srgbClr val="303030"/>
                </a:solidFill>
                <a:latin typeface="Arimo"/>
                <a:ea typeface="Arimo"/>
                <a:cs typeface="Arimo"/>
                <a:sym typeface="Arimo"/>
              </a:rPr>
              <a:t>Magna aliqua ut enim ad minim.</a:t>
            </a:r>
          </a:p>
        </p:txBody>
      </p:sp>
      <p:sp>
        <p:nvSpPr>
          <p:cNvPr id="12" name="TextBox 12"/>
          <p:cNvSpPr txBox="true"/>
          <p:nvPr/>
        </p:nvSpPr>
        <p:spPr>
          <a:xfrm rot="0">
            <a:off x="13572963" y="4902479"/>
            <a:ext cx="2970381" cy="958234"/>
          </a:xfrm>
          <a:prstGeom prst="rect">
            <a:avLst/>
          </a:prstGeom>
        </p:spPr>
        <p:txBody>
          <a:bodyPr lIns="0" tIns="0" rIns="0" bIns="0" rtlCol="false" anchor="t">
            <a:spAutoFit/>
          </a:bodyPr>
          <a:lstStyle/>
          <a:p>
            <a:pPr algn="ctr">
              <a:lnSpc>
                <a:spcPts val="3975"/>
              </a:lnSpc>
            </a:pPr>
            <a:r>
              <a:rPr lang="en-US" sz="2700" b="true">
                <a:solidFill>
                  <a:srgbClr val="5678F0"/>
                </a:solidFill>
                <a:latin typeface="Arimo Bold"/>
                <a:ea typeface="Arimo Bold"/>
                <a:cs typeface="Arimo Bold"/>
                <a:sym typeface="Arimo Bold"/>
              </a:rPr>
              <a:t>Veniam QuisNostrud</a:t>
            </a:r>
          </a:p>
        </p:txBody>
      </p:sp>
      <p:sp>
        <p:nvSpPr>
          <p:cNvPr id="13" name="TextBox 13"/>
          <p:cNvSpPr txBox="true"/>
          <p:nvPr/>
        </p:nvSpPr>
        <p:spPr>
          <a:xfrm rot="0">
            <a:off x="13572963" y="5904243"/>
            <a:ext cx="2970381" cy="824865"/>
          </a:xfrm>
          <a:prstGeom prst="rect">
            <a:avLst/>
          </a:prstGeom>
        </p:spPr>
        <p:txBody>
          <a:bodyPr lIns="0" tIns="0" rIns="0" bIns="0" rtlCol="false" anchor="t">
            <a:spAutoFit/>
          </a:bodyPr>
          <a:lstStyle/>
          <a:p>
            <a:pPr algn="ctr">
              <a:lnSpc>
                <a:spcPts val="3300"/>
              </a:lnSpc>
            </a:pPr>
            <a:r>
              <a:rPr lang="en-US" sz="2100">
                <a:solidFill>
                  <a:srgbClr val="303030"/>
                </a:solidFill>
                <a:latin typeface="Arimo"/>
                <a:ea typeface="Arimo"/>
                <a:cs typeface="Arimo"/>
                <a:sym typeface="Arimo"/>
              </a:rPr>
              <a:t>Exercitation ullamco laboris nisi ut.</a:t>
            </a:r>
          </a:p>
        </p:txBody>
      </p:sp>
      <p:sp>
        <p:nvSpPr>
          <p:cNvPr id="14" name="TextBox 14"/>
          <p:cNvSpPr txBox="true"/>
          <p:nvPr/>
        </p:nvSpPr>
        <p:spPr>
          <a:xfrm rot="0">
            <a:off x="584635" y="8665940"/>
            <a:ext cx="16959091" cy="807720"/>
          </a:xfrm>
          <a:prstGeom prst="rect">
            <a:avLst/>
          </a:prstGeom>
        </p:spPr>
        <p:txBody>
          <a:bodyPr lIns="0" tIns="0" rIns="0" bIns="0" rtlCol="false" anchor="t">
            <a:spAutoFit/>
          </a:bodyPr>
          <a:lstStyle/>
          <a:p>
            <a:pPr algn="l">
              <a:lnSpc>
                <a:spcPts val="3225"/>
              </a:lnSpc>
            </a:pPr>
            <a:r>
              <a:rPr lang="en-US" sz="1800">
                <a:solidFill>
                  <a:srgbClr val="303030"/>
                </a:solidFill>
                <a:latin typeface="Arimo"/>
                <a:ea typeface="Arimo"/>
                <a:cs typeface="Arimo"/>
                <a:sym typeface="Arimo"/>
              </a:rPr>
              <a:t>Lorem ipsum dolor sit amet, consectetur adipiscing elit, sed do eiusmod tempor incididunt ut labore et dolore magna aliqua. Ut enim ad minim veniam, quis nostrud exercitation ullamco laboris nisi ut aliquip ex ea commodo consequat.</a:t>
            </a:r>
          </a:p>
        </p:txBody>
      </p:sp>
      <p:grpSp>
        <p:nvGrpSpPr>
          <p:cNvPr id="15" name="Group 15"/>
          <p:cNvGrpSpPr/>
          <p:nvPr/>
        </p:nvGrpSpPr>
        <p:grpSpPr>
          <a:xfrm rot="0">
            <a:off x="584635" y="581139"/>
            <a:ext cx="1779070" cy="467525"/>
            <a:chOff x="0" y="0"/>
            <a:chExt cx="2372093" cy="623367"/>
          </a:xfrm>
        </p:grpSpPr>
        <p:sp>
          <p:nvSpPr>
            <p:cNvPr id="16" name="Freeform 16"/>
            <p:cNvSpPr/>
            <p:nvPr/>
          </p:nvSpPr>
          <p:spPr>
            <a:xfrm rot="0" flipH="false" flipV="false">
              <a:off x="0" y="0"/>
              <a:ext cx="2372106" cy="623443"/>
            </a:xfrm>
            <a:custGeom>
              <a:avLst/>
              <a:gdLst/>
              <a:ahLst/>
              <a:cxnLst/>
              <a:rect l="l" t="t" r="r" b="b"/>
              <a:pathLst>
                <a:path w="2372106" h="623443">
                  <a:moveTo>
                    <a:pt x="0" y="260985"/>
                  </a:moveTo>
                  <a:cubicBezTo>
                    <a:pt x="0" y="116840"/>
                    <a:pt x="116840" y="0"/>
                    <a:pt x="260985" y="0"/>
                  </a:cubicBezTo>
                  <a:lnTo>
                    <a:pt x="2111121" y="0"/>
                  </a:lnTo>
                  <a:cubicBezTo>
                    <a:pt x="2255266" y="0"/>
                    <a:pt x="2372106" y="116840"/>
                    <a:pt x="2372106" y="260985"/>
                  </a:cubicBezTo>
                  <a:lnTo>
                    <a:pt x="2372106" y="362458"/>
                  </a:lnTo>
                  <a:cubicBezTo>
                    <a:pt x="2372106" y="506603"/>
                    <a:pt x="2255266" y="623443"/>
                    <a:pt x="2111121" y="623443"/>
                  </a:cubicBezTo>
                  <a:lnTo>
                    <a:pt x="260985" y="623443"/>
                  </a:lnTo>
                  <a:cubicBezTo>
                    <a:pt x="116840" y="623316"/>
                    <a:pt x="0" y="506476"/>
                    <a:pt x="0" y="362458"/>
                  </a:cubicBezTo>
                  <a:close/>
                </a:path>
              </a:pathLst>
            </a:custGeom>
            <a:solidFill>
              <a:srgbClr val="5678F0"/>
            </a:solidFill>
          </p:spPr>
        </p:sp>
        <p:sp>
          <p:nvSpPr>
            <p:cNvPr id="17" name="TextBox 17"/>
            <p:cNvSpPr txBox="true"/>
            <p:nvPr/>
          </p:nvSpPr>
          <p:spPr>
            <a:xfrm>
              <a:off x="0" y="-38100"/>
              <a:ext cx="2372093" cy="661467"/>
            </a:xfrm>
            <a:prstGeom prst="rect">
              <a:avLst/>
            </a:prstGeom>
          </p:spPr>
          <p:txBody>
            <a:bodyPr lIns="50800" tIns="50800" rIns="50800" bIns="50800" rtlCol="false" anchor="ctr"/>
            <a:lstStyle/>
            <a:p>
              <a:pPr algn="ctr">
                <a:lnSpc>
                  <a:spcPts val="1980"/>
                </a:lnSpc>
              </a:pPr>
              <a:r>
                <a:rPr lang="en-US" sz="1650">
                  <a:solidFill>
                    <a:srgbClr val="FFFFFF"/>
                  </a:solidFill>
                  <a:latin typeface="Lemonade Display"/>
                  <a:ea typeface="Lemonade Display"/>
                  <a:cs typeface="Lemonade Display"/>
                  <a:sym typeface="Lemonade Display"/>
                </a:rPr>
                <a:t>LOREM</a:t>
              </a:r>
            </a:p>
          </p:txBody>
        </p:sp>
      </p:gr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extBox 2"/>
          <p:cNvSpPr txBox="true"/>
          <p:nvPr/>
        </p:nvSpPr>
        <p:spPr>
          <a:xfrm rot="0">
            <a:off x="633279" y="2096748"/>
            <a:ext cx="8779688" cy="885606"/>
          </a:xfrm>
          <a:prstGeom prst="rect">
            <a:avLst/>
          </a:prstGeom>
        </p:spPr>
        <p:txBody>
          <a:bodyPr lIns="0" tIns="0" rIns="0" bIns="0" rtlCol="false" anchor="t">
            <a:spAutoFit/>
          </a:bodyPr>
          <a:lstStyle/>
          <a:p>
            <a:pPr algn="l">
              <a:lnSpc>
                <a:spcPts val="6975"/>
              </a:lnSpc>
            </a:pPr>
            <a:r>
              <a:rPr lang="en-US" sz="4800" b="true">
                <a:solidFill>
                  <a:srgbClr val="5678F0"/>
                </a:solidFill>
                <a:latin typeface="Arimo Bold"/>
                <a:ea typeface="Arimo Bold"/>
                <a:cs typeface="Arimo Bold"/>
                <a:sym typeface="Arimo Bold"/>
              </a:rPr>
              <a:t>Lorem Ipsum Dolor Sit Amet</a:t>
            </a:r>
          </a:p>
        </p:txBody>
      </p:sp>
      <p:grpSp>
        <p:nvGrpSpPr>
          <p:cNvPr id="3" name="Group 3"/>
          <p:cNvGrpSpPr/>
          <p:nvPr/>
        </p:nvGrpSpPr>
        <p:grpSpPr>
          <a:xfrm rot="0">
            <a:off x="616134" y="3341332"/>
            <a:ext cx="8430292" cy="2523954"/>
            <a:chOff x="0" y="0"/>
            <a:chExt cx="11240389" cy="3365271"/>
          </a:xfrm>
        </p:grpSpPr>
        <p:sp>
          <p:nvSpPr>
            <p:cNvPr id="4" name="Freeform 4"/>
            <p:cNvSpPr/>
            <p:nvPr/>
          </p:nvSpPr>
          <p:spPr>
            <a:xfrm rot="0" flipH="false" flipV="false">
              <a:off x="22860" y="22860"/>
              <a:ext cx="11194669" cy="3319653"/>
            </a:xfrm>
            <a:custGeom>
              <a:avLst/>
              <a:gdLst/>
              <a:ahLst/>
              <a:cxnLst/>
              <a:rect l="l" t="t" r="r" b="b"/>
              <a:pathLst>
                <a:path w="11194669" h="3319653">
                  <a:moveTo>
                    <a:pt x="0" y="184912"/>
                  </a:moveTo>
                  <a:cubicBezTo>
                    <a:pt x="0" y="82804"/>
                    <a:pt x="83566" y="0"/>
                    <a:pt x="186690" y="0"/>
                  </a:cubicBezTo>
                  <a:lnTo>
                    <a:pt x="11007979" y="0"/>
                  </a:lnTo>
                  <a:cubicBezTo>
                    <a:pt x="11111103" y="0"/>
                    <a:pt x="11194669" y="82804"/>
                    <a:pt x="11194669" y="184912"/>
                  </a:cubicBezTo>
                  <a:lnTo>
                    <a:pt x="11194669" y="3134741"/>
                  </a:lnTo>
                  <a:cubicBezTo>
                    <a:pt x="11194669" y="3236849"/>
                    <a:pt x="11111103" y="3319653"/>
                    <a:pt x="11007979" y="3319653"/>
                  </a:cubicBezTo>
                  <a:lnTo>
                    <a:pt x="186690" y="3319653"/>
                  </a:lnTo>
                  <a:cubicBezTo>
                    <a:pt x="83566" y="3319653"/>
                    <a:pt x="0" y="3236849"/>
                    <a:pt x="0" y="3134741"/>
                  </a:cubicBezTo>
                  <a:close/>
                </a:path>
              </a:pathLst>
            </a:custGeom>
            <a:solidFill>
              <a:srgbClr val="F5F5F5"/>
            </a:solidFill>
          </p:spPr>
        </p:sp>
        <p:sp>
          <p:nvSpPr>
            <p:cNvPr id="5" name="Freeform 5"/>
            <p:cNvSpPr/>
            <p:nvPr/>
          </p:nvSpPr>
          <p:spPr>
            <a:xfrm rot="0" flipH="false" flipV="false">
              <a:off x="0" y="0"/>
              <a:ext cx="11240389" cy="3365373"/>
            </a:xfrm>
            <a:custGeom>
              <a:avLst/>
              <a:gdLst/>
              <a:ahLst/>
              <a:cxnLst/>
              <a:rect l="l" t="t" r="r" b="b"/>
              <a:pathLst>
                <a:path w="11240389" h="3365373">
                  <a:moveTo>
                    <a:pt x="0" y="207772"/>
                  </a:moveTo>
                  <a:cubicBezTo>
                    <a:pt x="0" y="92837"/>
                    <a:pt x="93980" y="0"/>
                    <a:pt x="209550" y="0"/>
                  </a:cubicBezTo>
                  <a:lnTo>
                    <a:pt x="11030839" y="0"/>
                  </a:lnTo>
                  <a:lnTo>
                    <a:pt x="11030839" y="22860"/>
                  </a:lnTo>
                  <a:lnTo>
                    <a:pt x="11030839" y="0"/>
                  </a:lnTo>
                  <a:cubicBezTo>
                    <a:pt x="11146282" y="0"/>
                    <a:pt x="11240389" y="92837"/>
                    <a:pt x="11240389" y="207772"/>
                  </a:cubicBezTo>
                  <a:lnTo>
                    <a:pt x="11217529" y="207772"/>
                  </a:lnTo>
                  <a:lnTo>
                    <a:pt x="11240389" y="207772"/>
                  </a:lnTo>
                  <a:lnTo>
                    <a:pt x="11240389" y="3157601"/>
                  </a:lnTo>
                  <a:lnTo>
                    <a:pt x="11217529" y="3157601"/>
                  </a:lnTo>
                  <a:lnTo>
                    <a:pt x="11240389" y="3157601"/>
                  </a:lnTo>
                  <a:cubicBezTo>
                    <a:pt x="11240389" y="3272536"/>
                    <a:pt x="11146409" y="3365373"/>
                    <a:pt x="11030839" y="3365373"/>
                  </a:cubicBezTo>
                  <a:lnTo>
                    <a:pt x="11030839" y="3342513"/>
                  </a:lnTo>
                  <a:lnTo>
                    <a:pt x="11030839" y="3365373"/>
                  </a:lnTo>
                  <a:lnTo>
                    <a:pt x="209550" y="3365373"/>
                  </a:lnTo>
                  <a:lnTo>
                    <a:pt x="209550" y="3342513"/>
                  </a:lnTo>
                  <a:lnTo>
                    <a:pt x="209550" y="3365373"/>
                  </a:lnTo>
                  <a:cubicBezTo>
                    <a:pt x="93980" y="3365246"/>
                    <a:pt x="0" y="3272536"/>
                    <a:pt x="0" y="3157601"/>
                  </a:cubicBezTo>
                  <a:lnTo>
                    <a:pt x="0" y="207772"/>
                  </a:lnTo>
                  <a:lnTo>
                    <a:pt x="22860" y="207772"/>
                  </a:lnTo>
                  <a:lnTo>
                    <a:pt x="0" y="207772"/>
                  </a:lnTo>
                  <a:moveTo>
                    <a:pt x="45720" y="207772"/>
                  </a:moveTo>
                  <a:lnTo>
                    <a:pt x="45720" y="3157601"/>
                  </a:lnTo>
                  <a:lnTo>
                    <a:pt x="22860" y="3157601"/>
                  </a:lnTo>
                  <a:lnTo>
                    <a:pt x="45720" y="3157601"/>
                  </a:lnTo>
                  <a:cubicBezTo>
                    <a:pt x="45720" y="3246882"/>
                    <a:pt x="118872" y="3319653"/>
                    <a:pt x="209550" y="3319653"/>
                  </a:cubicBezTo>
                  <a:lnTo>
                    <a:pt x="11030839" y="3319653"/>
                  </a:lnTo>
                  <a:cubicBezTo>
                    <a:pt x="11121517" y="3319653"/>
                    <a:pt x="11194669" y="3246882"/>
                    <a:pt x="11194669" y="3157601"/>
                  </a:cubicBezTo>
                  <a:lnTo>
                    <a:pt x="11194669" y="207772"/>
                  </a:lnTo>
                  <a:cubicBezTo>
                    <a:pt x="11194669" y="118491"/>
                    <a:pt x="11121517" y="45720"/>
                    <a:pt x="11030839" y="45720"/>
                  </a:cubicBezTo>
                  <a:lnTo>
                    <a:pt x="209550" y="45720"/>
                  </a:lnTo>
                  <a:lnTo>
                    <a:pt x="209550" y="22860"/>
                  </a:lnTo>
                  <a:lnTo>
                    <a:pt x="209550" y="45720"/>
                  </a:lnTo>
                  <a:cubicBezTo>
                    <a:pt x="118872" y="45720"/>
                    <a:pt x="45720" y="118491"/>
                    <a:pt x="45720" y="207772"/>
                  </a:cubicBezTo>
                  <a:close/>
                </a:path>
              </a:pathLst>
            </a:custGeom>
            <a:solidFill>
              <a:srgbClr val="5678F0"/>
            </a:solidFill>
          </p:spPr>
        </p:sp>
      </p:grpSp>
      <p:grpSp>
        <p:nvGrpSpPr>
          <p:cNvPr id="6" name="Group 6"/>
          <p:cNvGrpSpPr/>
          <p:nvPr/>
        </p:nvGrpSpPr>
        <p:grpSpPr>
          <a:xfrm rot="0">
            <a:off x="603399" y="3358477"/>
            <a:ext cx="119539" cy="2489664"/>
            <a:chOff x="0" y="0"/>
            <a:chExt cx="159385" cy="3319551"/>
          </a:xfrm>
        </p:grpSpPr>
        <p:sp>
          <p:nvSpPr>
            <p:cNvPr id="7" name="Freeform 7"/>
            <p:cNvSpPr/>
            <p:nvPr/>
          </p:nvSpPr>
          <p:spPr>
            <a:xfrm rot="0" flipH="false" flipV="false">
              <a:off x="0" y="0"/>
              <a:ext cx="159512" cy="3319653"/>
            </a:xfrm>
            <a:custGeom>
              <a:avLst/>
              <a:gdLst/>
              <a:ahLst/>
              <a:cxnLst/>
              <a:rect l="l" t="t" r="r" b="b"/>
              <a:pathLst>
                <a:path w="159512" h="3319653">
                  <a:moveTo>
                    <a:pt x="0" y="79756"/>
                  </a:moveTo>
                  <a:cubicBezTo>
                    <a:pt x="0" y="35687"/>
                    <a:pt x="35687" y="0"/>
                    <a:pt x="79756" y="0"/>
                  </a:cubicBezTo>
                  <a:cubicBezTo>
                    <a:pt x="123825" y="0"/>
                    <a:pt x="159512" y="35687"/>
                    <a:pt x="159512" y="79756"/>
                  </a:cubicBezTo>
                  <a:lnTo>
                    <a:pt x="159512" y="3239897"/>
                  </a:lnTo>
                  <a:cubicBezTo>
                    <a:pt x="159512" y="3283966"/>
                    <a:pt x="123825" y="3319653"/>
                    <a:pt x="79756" y="3319653"/>
                  </a:cubicBezTo>
                  <a:cubicBezTo>
                    <a:pt x="35687" y="3319653"/>
                    <a:pt x="0" y="3283839"/>
                    <a:pt x="0" y="3239897"/>
                  </a:cubicBezTo>
                  <a:close/>
                </a:path>
              </a:pathLst>
            </a:custGeom>
            <a:solidFill>
              <a:srgbClr val="5678F0"/>
            </a:solidFill>
          </p:spPr>
        </p:sp>
      </p:grpSp>
      <p:sp>
        <p:nvSpPr>
          <p:cNvPr id="8" name="TextBox 8"/>
          <p:cNvSpPr txBox="true"/>
          <p:nvPr/>
        </p:nvSpPr>
        <p:spPr>
          <a:xfrm rot="0">
            <a:off x="1012146" y="3571342"/>
            <a:ext cx="4239092" cy="442798"/>
          </a:xfrm>
          <a:prstGeom prst="rect">
            <a:avLst/>
          </a:prstGeom>
        </p:spPr>
        <p:txBody>
          <a:bodyPr lIns="0" tIns="0" rIns="0" bIns="0" rtlCol="false" anchor="t">
            <a:spAutoFit/>
          </a:bodyPr>
          <a:lstStyle/>
          <a:p>
            <a:pPr algn="l">
              <a:lnSpc>
                <a:spcPts val="3450"/>
              </a:lnSpc>
            </a:pPr>
            <a:r>
              <a:rPr lang="en-US" sz="2400" b="true">
                <a:solidFill>
                  <a:srgbClr val="303030"/>
                </a:solidFill>
                <a:latin typeface="Arimo Bold"/>
                <a:ea typeface="Arimo Bold"/>
                <a:cs typeface="Arimo Bold"/>
                <a:sym typeface="Arimo Bold"/>
              </a:rPr>
              <a:t>Consectetur Adipiscing Elit</a:t>
            </a:r>
          </a:p>
        </p:txBody>
      </p:sp>
      <p:sp>
        <p:nvSpPr>
          <p:cNvPr id="9" name="TextBox 9"/>
          <p:cNvSpPr txBox="true"/>
          <p:nvPr/>
        </p:nvSpPr>
        <p:spPr>
          <a:xfrm rot="0">
            <a:off x="1012146" y="4040762"/>
            <a:ext cx="7727928" cy="1626870"/>
          </a:xfrm>
          <a:prstGeom prst="rect">
            <a:avLst/>
          </a:prstGeom>
        </p:spPr>
        <p:txBody>
          <a:bodyPr lIns="0" tIns="0" rIns="0" bIns="0" rtlCol="false" anchor="t">
            <a:spAutoFit/>
          </a:bodyPr>
          <a:lstStyle/>
          <a:p>
            <a:pPr algn="l">
              <a:lnSpc>
                <a:spcPts val="3225"/>
              </a:lnSpc>
            </a:pPr>
            <a:r>
              <a:rPr lang="en-US" sz="1800">
                <a:solidFill>
                  <a:srgbClr val="303030"/>
                </a:solidFill>
                <a:latin typeface="Arimo"/>
                <a:ea typeface="Arimo"/>
                <a:cs typeface="Arimo"/>
                <a:sym typeface="Arimo"/>
              </a:rPr>
              <a:t>Lorem ipsum dolor sit amet, consectetur adipiscing elit, sed do eiusmod tempor incididunt ut labore et dolore magna aliqua. Ut enim ad minim veniam, quis nostrud exercitation ullamco laboris nisi ut aliquip ex ea commodo consequat.</a:t>
            </a:r>
          </a:p>
        </p:txBody>
      </p:sp>
      <p:grpSp>
        <p:nvGrpSpPr>
          <p:cNvPr id="10" name="Group 10"/>
          <p:cNvGrpSpPr/>
          <p:nvPr/>
        </p:nvGrpSpPr>
        <p:grpSpPr>
          <a:xfrm rot="0">
            <a:off x="9271454" y="3341332"/>
            <a:ext cx="8430292" cy="2523954"/>
            <a:chOff x="0" y="0"/>
            <a:chExt cx="11240389" cy="3365271"/>
          </a:xfrm>
        </p:grpSpPr>
        <p:sp>
          <p:nvSpPr>
            <p:cNvPr id="11" name="Freeform 11"/>
            <p:cNvSpPr/>
            <p:nvPr/>
          </p:nvSpPr>
          <p:spPr>
            <a:xfrm rot="0" flipH="false" flipV="false">
              <a:off x="22860" y="22860"/>
              <a:ext cx="11194669" cy="3319653"/>
            </a:xfrm>
            <a:custGeom>
              <a:avLst/>
              <a:gdLst/>
              <a:ahLst/>
              <a:cxnLst/>
              <a:rect l="l" t="t" r="r" b="b"/>
              <a:pathLst>
                <a:path w="11194669" h="3319653">
                  <a:moveTo>
                    <a:pt x="0" y="184912"/>
                  </a:moveTo>
                  <a:cubicBezTo>
                    <a:pt x="0" y="82804"/>
                    <a:pt x="83566" y="0"/>
                    <a:pt x="186690" y="0"/>
                  </a:cubicBezTo>
                  <a:lnTo>
                    <a:pt x="11007979" y="0"/>
                  </a:lnTo>
                  <a:cubicBezTo>
                    <a:pt x="11111103" y="0"/>
                    <a:pt x="11194669" y="82804"/>
                    <a:pt x="11194669" y="184912"/>
                  </a:cubicBezTo>
                  <a:lnTo>
                    <a:pt x="11194669" y="3134741"/>
                  </a:lnTo>
                  <a:cubicBezTo>
                    <a:pt x="11194669" y="3236849"/>
                    <a:pt x="11111103" y="3319653"/>
                    <a:pt x="11007979" y="3319653"/>
                  </a:cubicBezTo>
                  <a:lnTo>
                    <a:pt x="186690" y="3319653"/>
                  </a:lnTo>
                  <a:cubicBezTo>
                    <a:pt x="83566" y="3319653"/>
                    <a:pt x="0" y="3236849"/>
                    <a:pt x="0" y="3134741"/>
                  </a:cubicBezTo>
                  <a:close/>
                </a:path>
              </a:pathLst>
            </a:custGeom>
            <a:solidFill>
              <a:srgbClr val="F5F5F5"/>
            </a:solidFill>
          </p:spPr>
        </p:sp>
        <p:sp>
          <p:nvSpPr>
            <p:cNvPr id="12" name="Freeform 12"/>
            <p:cNvSpPr/>
            <p:nvPr/>
          </p:nvSpPr>
          <p:spPr>
            <a:xfrm rot="0" flipH="false" flipV="false">
              <a:off x="0" y="0"/>
              <a:ext cx="11240389" cy="3365373"/>
            </a:xfrm>
            <a:custGeom>
              <a:avLst/>
              <a:gdLst/>
              <a:ahLst/>
              <a:cxnLst/>
              <a:rect l="l" t="t" r="r" b="b"/>
              <a:pathLst>
                <a:path w="11240389" h="3365373">
                  <a:moveTo>
                    <a:pt x="0" y="207772"/>
                  </a:moveTo>
                  <a:cubicBezTo>
                    <a:pt x="0" y="92837"/>
                    <a:pt x="93980" y="0"/>
                    <a:pt x="209550" y="0"/>
                  </a:cubicBezTo>
                  <a:lnTo>
                    <a:pt x="11030839" y="0"/>
                  </a:lnTo>
                  <a:lnTo>
                    <a:pt x="11030839" y="22860"/>
                  </a:lnTo>
                  <a:lnTo>
                    <a:pt x="11030839" y="0"/>
                  </a:lnTo>
                  <a:cubicBezTo>
                    <a:pt x="11146282" y="0"/>
                    <a:pt x="11240389" y="92837"/>
                    <a:pt x="11240389" y="207772"/>
                  </a:cubicBezTo>
                  <a:lnTo>
                    <a:pt x="11217529" y="207772"/>
                  </a:lnTo>
                  <a:lnTo>
                    <a:pt x="11240389" y="207772"/>
                  </a:lnTo>
                  <a:lnTo>
                    <a:pt x="11240389" y="3157601"/>
                  </a:lnTo>
                  <a:lnTo>
                    <a:pt x="11217529" y="3157601"/>
                  </a:lnTo>
                  <a:lnTo>
                    <a:pt x="11240389" y="3157601"/>
                  </a:lnTo>
                  <a:cubicBezTo>
                    <a:pt x="11240389" y="3272536"/>
                    <a:pt x="11146409" y="3365373"/>
                    <a:pt x="11030839" y="3365373"/>
                  </a:cubicBezTo>
                  <a:lnTo>
                    <a:pt x="11030839" y="3342513"/>
                  </a:lnTo>
                  <a:lnTo>
                    <a:pt x="11030839" y="3365373"/>
                  </a:lnTo>
                  <a:lnTo>
                    <a:pt x="209550" y="3365373"/>
                  </a:lnTo>
                  <a:lnTo>
                    <a:pt x="209550" y="3342513"/>
                  </a:lnTo>
                  <a:lnTo>
                    <a:pt x="209550" y="3365373"/>
                  </a:lnTo>
                  <a:cubicBezTo>
                    <a:pt x="93980" y="3365246"/>
                    <a:pt x="0" y="3272536"/>
                    <a:pt x="0" y="3157601"/>
                  </a:cubicBezTo>
                  <a:lnTo>
                    <a:pt x="0" y="207772"/>
                  </a:lnTo>
                  <a:lnTo>
                    <a:pt x="22860" y="207772"/>
                  </a:lnTo>
                  <a:lnTo>
                    <a:pt x="0" y="207772"/>
                  </a:lnTo>
                  <a:moveTo>
                    <a:pt x="45720" y="207772"/>
                  </a:moveTo>
                  <a:lnTo>
                    <a:pt x="45720" y="3157601"/>
                  </a:lnTo>
                  <a:lnTo>
                    <a:pt x="22860" y="3157601"/>
                  </a:lnTo>
                  <a:lnTo>
                    <a:pt x="45720" y="3157601"/>
                  </a:lnTo>
                  <a:cubicBezTo>
                    <a:pt x="45720" y="3246882"/>
                    <a:pt x="118872" y="3319653"/>
                    <a:pt x="209550" y="3319653"/>
                  </a:cubicBezTo>
                  <a:lnTo>
                    <a:pt x="11030839" y="3319653"/>
                  </a:lnTo>
                  <a:cubicBezTo>
                    <a:pt x="11121517" y="3319653"/>
                    <a:pt x="11194669" y="3246882"/>
                    <a:pt x="11194669" y="3157601"/>
                  </a:cubicBezTo>
                  <a:lnTo>
                    <a:pt x="11194669" y="207772"/>
                  </a:lnTo>
                  <a:cubicBezTo>
                    <a:pt x="11194669" y="118491"/>
                    <a:pt x="11121517" y="45720"/>
                    <a:pt x="11030839" y="45720"/>
                  </a:cubicBezTo>
                  <a:lnTo>
                    <a:pt x="209550" y="45720"/>
                  </a:lnTo>
                  <a:lnTo>
                    <a:pt x="209550" y="22860"/>
                  </a:lnTo>
                  <a:lnTo>
                    <a:pt x="209550" y="45720"/>
                  </a:lnTo>
                  <a:cubicBezTo>
                    <a:pt x="118872" y="45720"/>
                    <a:pt x="45720" y="118491"/>
                    <a:pt x="45720" y="207772"/>
                  </a:cubicBezTo>
                  <a:close/>
                </a:path>
              </a:pathLst>
            </a:custGeom>
            <a:solidFill>
              <a:srgbClr val="93CEF1"/>
            </a:solidFill>
          </p:spPr>
        </p:sp>
      </p:grpSp>
      <p:grpSp>
        <p:nvGrpSpPr>
          <p:cNvPr id="13" name="Group 13"/>
          <p:cNvGrpSpPr/>
          <p:nvPr/>
        </p:nvGrpSpPr>
        <p:grpSpPr>
          <a:xfrm rot="0">
            <a:off x="9258719" y="3358477"/>
            <a:ext cx="119539" cy="2489664"/>
            <a:chOff x="0" y="0"/>
            <a:chExt cx="159385" cy="3319551"/>
          </a:xfrm>
        </p:grpSpPr>
        <p:sp>
          <p:nvSpPr>
            <p:cNvPr id="14" name="Freeform 14"/>
            <p:cNvSpPr/>
            <p:nvPr/>
          </p:nvSpPr>
          <p:spPr>
            <a:xfrm rot="0" flipH="false" flipV="false">
              <a:off x="0" y="0"/>
              <a:ext cx="159512" cy="3319653"/>
            </a:xfrm>
            <a:custGeom>
              <a:avLst/>
              <a:gdLst/>
              <a:ahLst/>
              <a:cxnLst/>
              <a:rect l="l" t="t" r="r" b="b"/>
              <a:pathLst>
                <a:path w="159512" h="3319653">
                  <a:moveTo>
                    <a:pt x="0" y="79756"/>
                  </a:moveTo>
                  <a:cubicBezTo>
                    <a:pt x="0" y="35687"/>
                    <a:pt x="35687" y="0"/>
                    <a:pt x="79756" y="0"/>
                  </a:cubicBezTo>
                  <a:cubicBezTo>
                    <a:pt x="123825" y="0"/>
                    <a:pt x="159512" y="35687"/>
                    <a:pt x="159512" y="79756"/>
                  </a:cubicBezTo>
                  <a:lnTo>
                    <a:pt x="159512" y="3239897"/>
                  </a:lnTo>
                  <a:cubicBezTo>
                    <a:pt x="159512" y="3283966"/>
                    <a:pt x="123825" y="3319653"/>
                    <a:pt x="79756" y="3319653"/>
                  </a:cubicBezTo>
                  <a:cubicBezTo>
                    <a:pt x="35687" y="3319653"/>
                    <a:pt x="0" y="3283839"/>
                    <a:pt x="0" y="3239897"/>
                  </a:cubicBezTo>
                  <a:close/>
                </a:path>
              </a:pathLst>
            </a:custGeom>
            <a:solidFill>
              <a:srgbClr val="93CEF1"/>
            </a:solidFill>
          </p:spPr>
        </p:sp>
      </p:grpSp>
      <p:sp>
        <p:nvSpPr>
          <p:cNvPr id="15" name="TextBox 15"/>
          <p:cNvSpPr txBox="true"/>
          <p:nvPr/>
        </p:nvSpPr>
        <p:spPr>
          <a:xfrm rot="0">
            <a:off x="9667465" y="3571342"/>
            <a:ext cx="3243367" cy="442798"/>
          </a:xfrm>
          <a:prstGeom prst="rect">
            <a:avLst/>
          </a:prstGeom>
        </p:spPr>
        <p:txBody>
          <a:bodyPr lIns="0" tIns="0" rIns="0" bIns="0" rtlCol="false" anchor="t">
            <a:spAutoFit/>
          </a:bodyPr>
          <a:lstStyle/>
          <a:p>
            <a:pPr algn="l">
              <a:lnSpc>
                <a:spcPts val="3450"/>
              </a:lnSpc>
            </a:pPr>
            <a:r>
              <a:rPr lang="en-US" sz="2400" b="true">
                <a:solidFill>
                  <a:srgbClr val="303030"/>
                </a:solidFill>
                <a:latin typeface="Arimo Bold"/>
                <a:ea typeface="Arimo Bold"/>
                <a:cs typeface="Arimo Bold"/>
                <a:sym typeface="Arimo Bold"/>
              </a:rPr>
              <a:t>Lorem Ipsum Dolor</a:t>
            </a:r>
          </a:p>
        </p:txBody>
      </p:sp>
      <p:sp>
        <p:nvSpPr>
          <p:cNvPr id="16" name="TextBox 16"/>
          <p:cNvSpPr txBox="true"/>
          <p:nvPr/>
        </p:nvSpPr>
        <p:spPr>
          <a:xfrm rot="0">
            <a:off x="9667465" y="4040762"/>
            <a:ext cx="7727928" cy="1626870"/>
          </a:xfrm>
          <a:prstGeom prst="rect">
            <a:avLst/>
          </a:prstGeom>
        </p:spPr>
        <p:txBody>
          <a:bodyPr lIns="0" tIns="0" rIns="0" bIns="0" rtlCol="false" anchor="t">
            <a:spAutoFit/>
          </a:bodyPr>
          <a:lstStyle/>
          <a:p>
            <a:pPr algn="l">
              <a:lnSpc>
                <a:spcPts val="3225"/>
              </a:lnSpc>
            </a:pPr>
            <a:r>
              <a:rPr lang="en-US" sz="1800">
                <a:solidFill>
                  <a:srgbClr val="303030"/>
                </a:solidFill>
                <a:latin typeface="Arimo"/>
                <a:ea typeface="Arimo"/>
                <a:cs typeface="Arimo"/>
                <a:sym typeface="Arimo"/>
              </a:rPr>
              <a:t>Lorem ipsum dolor sit amet, consectetur adipiscing elit, sed do eiusmod tempor incididunt ut labore et dolore magna aliqua. Ut enim ad minim veniam, quis nostrud exercitation ullamco laboris nisi ut aliquip ex ea commodo consequat.</a:t>
            </a:r>
          </a:p>
        </p:txBody>
      </p:sp>
      <p:grpSp>
        <p:nvGrpSpPr>
          <p:cNvPr id="17" name="Group 17"/>
          <p:cNvGrpSpPr/>
          <p:nvPr/>
        </p:nvGrpSpPr>
        <p:grpSpPr>
          <a:xfrm rot="0">
            <a:off x="616134" y="6081646"/>
            <a:ext cx="8430292" cy="2523954"/>
            <a:chOff x="0" y="0"/>
            <a:chExt cx="11240389" cy="3365271"/>
          </a:xfrm>
        </p:grpSpPr>
        <p:sp>
          <p:nvSpPr>
            <p:cNvPr id="18" name="Freeform 18"/>
            <p:cNvSpPr/>
            <p:nvPr/>
          </p:nvSpPr>
          <p:spPr>
            <a:xfrm rot="0" flipH="false" flipV="false">
              <a:off x="22860" y="22860"/>
              <a:ext cx="11194669" cy="3319653"/>
            </a:xfrm>
            <a:custGeom>
              <a:avLst/>
              <a:gdLst/>
              <a:ahLst/>
              <a:cxnLst/>
              <a:rect l="l" t="t" r="r" b="b"/>
              <a:pathLst>
                <a:path w="11194669" h="3319653">
                  <a:moveTo>
                    <a:pt x="0" y="184912"/>
                  </a:moveTo>
                  <a:cubicBezTo>
                    <a:pt x="0" y="82804"/>
                    <a:pt x="83566" y="0"/>
                    <a:pt x="186690" y="0"/>
                  </a:cubicBezTo>
                  <a:lnTo>
                    <a:pt x="11007979" y="0"/>
                  </a:lnTo>
                  <a:cubicBezTo>
                    <a:pt x="11111103" y="0"/>
                    <a:pt x="11194669" y="82804"/>
                    <a:pt x="11194669" y="184912"/>
                  </a:cubicBezTo>
                  <a:lnTo>
                    <a:pt x="11194669" y="3134741"/>
                  </a:lnTo>
                  <a:cubicBezTo>
                    <a:pt x="11194669" y="3236849"/>
                    <a:pt x="11111103" y="3319653"/>
                    <a:pt x="11007979" y="3319653"/>
                  </a:cubicBezTo>
                  <a:lnTo>
                    <a:pt x="186690" y="3319653"/>
                  </a:lnTo>
                  <a:cubicBezTo>
                    <a:pt x="83566" y="3319653"/>
                    <a:pt x="0" y="3236849"/>
                    <a:pt x="0" y="3134741"/>
                  </a:cubicBezTo>
                  <a:close/>
                </a:path>
              </a:pathLst>
            </a:custGeom>
            <a:solidFill>
              <a:srgbClr val="F5F5F5"/>
            </a:solidFill>
          </p:spPr>
        </p:sp>
        <p:sp>
          <p:nvSpPr>
            <p:cNvPr id="19" name="Freeform 19"/>
            <p:cNvSpPr/>
            <p:nvPr/>
          </p:nvSpPr>
          <p:spPr>
            <a:xfrm rot="0" flipH="false" flipV="false">
              <a:off x="0" y="0"/>
              <a:ext cx="11240389" cy="3365373"/>
            </a:xfrm>
            <a:custGeom>
              <a:avLst/>
              <a:gdLst/>
              <a:ahLst/>
              <a:cxnLst/>
              <a:rect l="l" t="t" r="r" b="b"/>
              <a:pathLst>
                <a:path w="11240389" h="3365373">
                  <a:moveTo>
                    <a:pt x="0" y="207772"/>
                  </a:moveTo>
                  <a:cubicBezTo>
                    <a:pt x="0" y="92837"/>
                    <a:pt x="93980" y="0"/>
                    <a:pt x="209550" y="0"/>
                  </a:cubicBezTo>
                  <a:lnTo>
                    <a:pt x="11030839" y="0"/>
                  </a:lnTo>
                  <a:lnTo>
                    <a:pt x="11030839" y="22860"/>
                  </a:lnTo>
                  <a:lnTo>
                    <a:pt x="11030839" y="0"/>
                  </a:lnTo>
                  <a:cubicBezTo>
                    <a:pt x="11146282" y="0"/>
                    <a:pt x="11240389" y="92837"/>
                    <a:pt x="11240389" y="207772"/>
                  </a:cubicBezTo>
                  <a:lnTo>
                    <a:pt x="11217529" y="207772"/>
                  </a:lnTo>
                  <a:lnTo>
                    <a:pt x="11240389" y="207772"/>
                  </a:lnTo>
                  <a:lnTo>
                    <a:pt x="11240389" y="3157601"/>
                  </a:lnTo>
                  <a:lnTo>
                    <a:pt x="11217529" y="3157601"/>
                  </a:lnTo>
                  <a:lnTo>
                    <a:pt x="11240389" y="3157601"/>
                  </a:lnTo>
                  <a:cubicBezTo>
                    <a:pt x="11240389" y="3272536"/>
                    <a:pt x="11146409" y="3365373"/>
                    <a:pt x="11030839" y="3365373"/>
                  </a:cubicBezTo>
                  <a:lnTo>
                    <a:pt x="11030839" y="3342513"/>
                  </a:lnTo>
                  <a:lnTo>
                    <a:pt x="11030839" y="3365373"/>
                  </a:lnTo>
                  <a:lnTo>
                    <a:pt x="209550" y="3365373"/>
                  </a:lnTo>
                  <a:lnTo>
                    <a:pt x="209550" y="3342513"/>
                  </a:lnTo>
                  <a:lnTo>
                    <a:pt x="209550" y="3365373"/>
                  </a:lnTo>
                  <a:cubicBezTo>
                    <a:pt x="93980" y="3365246"/>
                    <a:pt x="0" y="3272536"/>
                    <a:pt x="0" y="3157601"/>
                  </a:cubicBezTo>
                  <a:lnTo>
                    <a:pt x="0" y="207772"/>
                  </a:lnTo>
                  <a:lnTo>
                    <a:pt x="22860" y="207772"/>
                  </a:lnTo>
                  <a:lnTo>
                    <a:pt x="0" y="207772"/>
                  </a:lnTo>
                  <a:moveTo>
                    <a:pt x="45720" y="207772"/>
                  </a:moveTo>
                  <a:lnTo>
                    <a:pt x="45720" y="3157601"/>
                  </a:lnTo>
                  <a:lnTo>
                    <a:pt x="22860" y="3157601"/>
                  </a:lnTo>
                  <a:lnTo>
                    <a:pt x="45720" y="3157601"/>
                  </a:lnTo>
                  <a:cubicBezTo>
                    <a:pt x="45720" y="3246882"/>
                    <a:pt x="118872" y="3319653"/>
                    <a:pt x="209550" y="3319653"/>
                  </a:cubicBezTo>
                  <a:lnTo>
                    <a:pt x="11030839" y="3319653"/>
                  </a:lnTo>
                  <a:cubicBezTo>
                    <a:pt x="11121517" y="3319653"/>
                    <a:pt x="11194669" y="3246882"/>
                    <a:pt x="11194669" y="3157601"/>
                  </a:cubicBezTo>
                  <a:lnTo>
                    <a:pt x="11194669" y="207772"/>
                  </a:lnTo>
                  <a:cubicBezTo>
                    <a:pt x="11194669" y="118491"/>
                    <a:pt x="11121517" y="45720"/>
                    <a:pt x="11030839" y="45720"/>
                  </a:cubicBezTo>
                  <a:lnTo>
                    <a:pt x="209550" y="45720"/>
                  </a:lnTo>
                  <a:lnTo>
                    <a:pt x="209550" y="22860"/>
                  </a:lnTo>
                  <a:lnTo>
                    <a:pt x="209550" y="45720"/>
                  </a:lnTo>
                  <a:cubicBezTo>
                    <a:pt x="118872" y="45720"/>
                    <a:pt x="45720" y="118491"/>
                    <a:pt x="45720" y="207772"/>
                  </a:cubicBezTo>
                  <a:close/>
                </a:path>
              </a:pathLst>
            </a:custGeom>
            <a:solidFill>
              <a:srgbClr val="948BE2"/>
            </a:solidFill>
          </p:spPr>
        </p:sp>
      </p:grpSp>
      <p:grpSp>
        <p:nvGrpSpPr>
          <p:cNvPr id="20" name="Group 20"/>
          <p:cNvGrpSpPr/>
          <p:nvPr/>
        </p:nvGrpSpPr>
        <p:grpSpPr>
          <a:xfrm rot="0">
            <a:off x="603399" y="6098791"/>
            <a:ext cx="119539" cy="2489664"/>
            <a:chOff x="0" y="0"/>
            <a:chExt cx="159385" cy="3319551"/>
          </a:xfrm>
        </p:grpSpPr>
        <p:sp>
          <p:nvSpPr>
            <p:cNvPr id="21" name="Freeform 21"/>
            <p:cNvSpPr/>
            <p:nvPr/>
          </p:nvSpPr>
          <p:spPr>
            <a:xfrm rot="0" flipH="false" flipV="false">
              <a:off x="0" y="0"/>
              <a:ext cx="159512" cy="3319653"/>
            </a:xfrm>
            <a:custGeom>
              <a:avLst/>
              <a:gdLst/>
              <a:ahLst/>
              <a:cxnLst/>
              <a:rect l="l" t="t" r="r" b="b"/>
              <a:pathLst>
                <a:path w="159512" h="3319653">
                  <a:moveTo>
                    <a:pt x="0" y="79756"/>
                  </a:moveTo>
                  <a:cubicBezTo>
                    <a:pt x="0" y="35687"/>
                    <a:pt x="35687" y="0"/>
                    <a:pt x="79756" y="0"/>
                  </a:cubicBezTo>
                  <a:cubicBezTo>
                    <a:pt x="123825" y="0"/>
                    <a:pt x="159512" y="35687"/>
                    <a:pt x="159512" y="79756"/>
                  </a:cubicBezTo>
                  <a:lnTo>
                    <a:pt x="159512" y="3239897"/>
                  </a:lnTo>
                  <a:cubicBezTo>
                    <a:pt x="159512" y="3283966"/>
                    <a:pt x="123825" y="3319653"/>
                    <a:pt x="79756" y="3319653"/>
                  </a:cubicBezTo>
                  <a:cubicBezTo>
                    <a:pt x="35687" y="3319653"/>
                    <a:pt x="0" y="3283839"/>
                    <a:pt x="0" y="3239897"/>
                  </a:cubicBezTo>
                  <a:close/>
                </a:path>
              </a:pathLst>
            </a:custGeom>
            <a:solidFill>
              <a:srgbClr val="948BE2"/>
            </a:solidFill>
          </p:spPr>
        </p:sp>
      </p:grpSp>
      <p:sp>
        <p:nvSpPr>
          <p:cNvPr id="22" name="TextBox 22"/>
          <p:cNvSpPr txBox="true"/>
          <p:nvPr/>
        </p:nvSpPr>
        <p:spPr>
          <a:xfrm rot="0">
            <a:off x="1012146" y="6311646"/>
            <a:ext cx="3373031" cy="442798"/>
          </a:xfrm>
          <a:prstGeom prst="rect">
            <a:avLst/>
          </a:prstGeom>
        </p:spPr>
        <p:txBody>
          <a:bodyPr lIns="0" tIns="0" rIns="0" bIns="0" rtlCol="false" anchor="t">
            <a:spAutoFit/>
          </a:bodyPr>
          <a:lstStyle/>
          <a:p>
            <a:pPr algn="l">
              <a:lnSpc>
                <a:spcPts val="3450"/>
              </a:lnSpc>
            </a:pPr>
            <a:r>
              <a:rPr lang="en-US" sz="2400" b="true">
                <a:solidFill>
                  <a:srgbClr val="303030"/>
                </a:solidFill>
                <a:latin typeface="Arimo Bold"/>
                <a:ea typeface="Arimo Bold"/>
                <a:cs typeface="Arimo Bold"/>
                <a:sym typeface="Arimo Bold"/>
              </a:rPr>
              <a:t>Sit Amet Consectetur</a:t>
            </a:r>
          </a:p>
        </p:txBody>
      </p:sp>
      <p:sp>
        <p:nvSpPr>
          <p:cNvPr id="23" name="TextBox 23"/>
          <p:cNvSpPr txBox="true"/>
          <p:nvPr/>
        </p:nvSpPr>
        <p:spPr>
          <a:xfrm rot="0">
            <a:off x="1012146" y="6781076"/>
            <a:ext cx="7727928" cy="1626870"/>
          </a:xfrm>
          <a:prstGeom prst="rect">
            <a:avLst/>
          </a:prstGeom>
        </p:spPr>
        <p:txBody>
          <a:bodyPr lIns="0" tIns="0" rIns="0" bIns="0" rtlCol="false" anchor="t">
            <a:spAutoFit/>
          </a:bodyPr>
          <a:lstStyle/>
          <a:p>
            <a:pPr algn="l">
              <a:lnSpc>
                <a:spcPts val="3225"/>
              </a:lnSpc>
            </a:pPr>
            <a:r>
              <a:rPr lang="en-US" sz="1800">
                <a:solidFill>
                  <a:srgbClr val="303030"/>
                </a:solidFill>
                <a:latin typeface="Arimo"/>
                <a:ea typeface="Arimo"/>
                <a:cs typeface="Arimo"/>
                <a:sym typeface="Arimo"/>
              </a:rPr>
              <a:t>Lorem ipsum dolor sit amet, consectetur adipiscing elit, sed do eiusmod tempor incididunt ut labore et dolore magna aliqua. Ut enim ad minim veniam, quis nostrud exercitation ullamco laboris nisi ut aliquip ex ea commodo consequat.</a:t>
            </a:r>
          </a:p>
        </p:txBody>
      </p:sp>
      <p:grpSp>
        <p:nvGrpSpPr>
          <p:cNvPr id="24" name="Group 24"/>
          <p:cNvGrpSpPr/>
          <p:nvPr/>
        </p:nvGrpSpPr>
        <p:grpSpPr>
          <a:xfrm rot="0">
            <a:off x="9271454" y="6081646"/>
            <a:ext cx="8430292" cy="2523954"/>
            <a:chOff x="0" y="0"/>
            <a:chExt cx="11240389" cy="3365271"/>
          </a:xfrm>
        </p:grpSpPr>
        <p:sp>
          <p:nvSpPr>
            <p:cNvPr id="25" name="Freeform 25"/>
            <p:cNvSpPr/>
            <p:nvPr/>
          </p:nvSpPr>
          <p:spPr>
            <a:xfrm rot="0" flipH="false" flipV="false">
              <a:off x="22860" y="22860"/>
              <a:ext cx="11194669" cy="3319653"/>
            </a:xfrm>
            <a:custGeom>
              <a:avLst/>
              <a:gdLst/>
              <a:ahLst/>
              <a:cxnLst/>
              <a:rect l="l" t="t" r="r" b="b"/>
              <a:pathLst>
                <a:path w="11194669" h="3319653">
                  <a:moveTo>
                    <a:pt x="0" y="184912"/>
                  </a:moveTo>
                  <a:cubicBezTo>
                    <a:pt x="0" y="82804"/>
                    <a:pt x="83566" y="0"/>
                    <a:pt x="186690" y="0"/>
                  </a:cubicBezTo>
                  <a:lnTo>
                    <a:pt x="11007979" y="0"/>
                  </a:lnTo>
                  <a:cubicBezTo>
                    <a:pt x="11111103" y="0"/>
                    <a:pt x="11194669" y="82804"/>
                    <a:pt x="11194669" y="184912"/>
                  </a:cubicBezTo>
                  <a:lnTo>
                    <a:pt x="11194669" y="3134741"/>
                  </a:lnTo>
                  <a:cubicBezTo>
                    <a:pt x="11194669" y="3236849"/>
                    <a:pt x="11111103" y="3319653"/>
                    <a:pt x="11007979" y="3319653"/>
                  </a:cubicBezTo>
                  <a:lnTo>
                    <a:pt x="186690" y="3319653"/>
                  </a:lnTo>
                  <a:cubicBezTo>
                    <a:pt x="83566" y="3319653"/>
                    <a:pt x="0" y="3236849"/>
                    <a:pt x="0" y="3134741"/>
                  </a:cubicBezTo>
                  <a:close/>
                </a:path>
              </a:pathLst>
            </a:custGeom>
            <a:solidFill>
              <a:srgbClr val="F5F5F5"/>
            </a:solidFill>
          </p:spPr>
        </p:sp>
        <p:sp>
          <p:nvSpPr>
            <p:cNvPr id="26" name="Freeform 26"/>
            <p:cNvSpPr/>
            <p:nvPr/>
          </p:nvSpPr>
          <p:spPr>
            <a:xfrm rot="0" flipH="false" flipV="false">
              <a:off x="0" y="0"/>
              <a:ext cx="11240389" cy="3365373"/>
            </a:xfrm>
            <a:custGeom>
              <a:avLst/>
              <a:gdLst/>
              <a:ahLst/>
              <a:cxnLst/>
              <a:rect l="l" t="t" r="r" b="b"/>
              <a:pathLst>
                <a:path w="11240389" h="3365373">
                  <a:moveTo>
                    <a:pt x="0" y="207772"/>
                  </a:moveTo>
                  <a:cubicBezTo>
                    <a:pt x="0" y="92837"/>
                    <a:pt x="93980" y="0"/>
                    <a:pt x="209550" y="0"/>
                  </a:cubicBezTo>
                  <a:lnTo>
                    <a:pt x="11030839" y="0"/>
                  </a:lnTo>
                  <a:lnTo>
                    <a:pt x="11030839" y="22860"/>
                  </a:lnTo>
                  <a:lnTo>
                    <a:pt x="11030839" y="0"/>
                  </a:lnTo>
                  <a:cubicBezTo>
                    <a:pt x="11146282" y="0"/>
                    <a:pt x="11240389" y="92837"/>
                    <a:pt x="11240389" y="207772"/>
                  </a:cubicBezTo>
                  <a:lnTo>
                    <a:pt x="11217529" y="207772"/>
                  </a:lnTo>
                  <a:lnTo>
                    <a:pt x="11240389" y="207772"/>
                  </a:lnTo>
                  <a:lnTo>
                    <a:pt x="11240389" y="3157601"/>
                  </a:lnTo>
                  <a:lnTo>
                    <a:pt x="11217529" y="3157601"/>
                  </a:lnTo>
                  <a:lnTo>
                    <a:pt x="11240389" y="3157601"/>
                  </a:lnTo>
                  <a:cubicBezTo>
                    <a:pt x="11240389" y="3272536"/>
                    <a:pt x="11146409" y="3365373"/>
                    <a:pt x="11030839" y="3365373"/>
                  </a:cubicBezTo>
                  <a:lnTo>
                    <a:pt x="11030839" y="3342513"/>
                  </a:lnTo>
                  <a:lnTo>
                    <a:pt x="11030839" y="3365373"/>
                  </a:lnTo>
                  <a:lnTo>
                    <a:pt x="209550" y="3365373"/>
                  </a:lnTo>
                  <a:lnTo>
                    <a:pt x="209550" y="3342513"/>
                  </a:lnTo>
                  <a:lnTo>
                    <a:pt x="209550" y="3365373"/>
                  </a:lnTo>
                  <a:cubicBezTo>
                    <a:pt x="93980" y="3365246"/>
                    <a:pt x="0" y="3272536"/>
                    <a:pt x="0" y="3157601"/>
                  </a:cubicBezTo>
                  <a:lnTo>
                    <a:pt x="0" y="207772"/>
                  </a:lnTo>
                  <a:lnTo>
                    <a:pt x="22860" y="207772"/>
                  </a:lnTo>
                  <a:lnTo>
                    <a:pt x="0" y="207772"/>
                  </a:lnTo>
                  <a:moveTo>
                    <a:pt x="45720" y="207772"/>
                  </a:moveTo>
                  <a:lnTo>
                    <a:pt x="45720" y="3157601"/>
                  </a:lnTo>
                  <a:lnTo>
                    <a:pt x="22860" y="3157601"/>
                  </a:lnTo>
                  <a:lnTo>
                    <a:pt x="45720" y="3157601"/>
                  </a:lnTo>
                  <a:cubicBezTo>
                    <a:pt x="45720" y="3246882"/>
                    <a:pt x="118872" y="3319653"/>
                    <a:pt x="209550" y="3319653"/>
                  </a:cubicBezTo>
                  <a:lnTo>
                    <a:pt x="11030839" y="3319653"/>
                  </a:lnTo>
                  <a:cubicBezTo>
                    <a:pt x="11121517" y="3319653"/>
                    <a:pt x="11194669" y="3246882"/>
                    <a:pt x="11194669" y="3157601"/>
                  </a:cubicBezTo>
                  <a:lnTo>
                    <a:pt x="11194669" y="207772"/>
                  </a:lnTo>
                  <a:cubicBezTo>
                    <a:pt x="11194669" y="118491"/>
                    <a:pt x="11121517" y="45720"/>
                    <a:pt x="11030839" y="45720"/>
                  </a:cubicBezTo>
                  <a:lnTo>
                    <a:pt x="209550" y="45720"/>
                  </a:lnTo>
                  <a:lnTo>
                    <a:pt x="209550" y="22860"/>
                  </a:lnTo>
                  <a:lnTo>
                    <a:pt x="209550" y="45720"/>
                  </a:lnTo>
                  <a:cubicBezTo>
                    <a:pt x="118872" y="45720"/>
                    <a:pt x="45720" y="118491"/>
                    <a:pt x="45720" y="207772"/>
                  </a:cubicBezTo>
                  <a:close/>
                </a:path>
              </a:pathLst>
            </a:custGeom>
            <a:solidFill>
              <a:srgbClr val="5678F0"/>
            </a:solidFill>
          </p:spPr>
        </p:sp>
      </p:grpSp>
      <p:grpSp>
        <p:nvGrpSpPr>
          <p:cNvPr id="27" name="Group 27"/>
          <p:cNvGrpSpPr/>
          <p:nvPr/>
        </p:nvGrpSpPr>
        <p:grpSpPr>
          <a:xfrm rot="0">
            <a:off x="9258719" y="6098791"/>
            <a:ext cx="119539" cy="2489664"/>
            <a:chOff x="0" y="0"/>
            <a:chExt cx="159385" cy="3319551"/>
          </a:xfrm>
        </p:grpSpPr>
        <p:sp>
          <p:nvSpPr>
            <p:cNvPr id="28" name="Freeform 28"/>
            <p:cNvSpPr/>
            <p:nvPr/>
          </p:nvSpPr>
          <p:spPr>
            <a:xfrm rot="0" flipH="false" flipV="false">
              <a:off x="0" y="0"/>
              <a:ext cx="159512" cy="3319653"/>
            </a:xfrm>
            <a:custGeom>
              <a:avLst/>
              <a:gdLst/>
              <a:ahLst/>
              <a:cxnLst/>
              <a:rect l="l" t="t" r="r" b="b"/>
              <a:pathLst>
                <a:path w="159512" h="3319653">
                  <a:moveTo>
                    <a:pt x="0" y="79756"/>
                  </a:moveTo>
                  <a:cubicBezTo>
                    <a:pt x="0" y="35687"/>
                    <a:pt x="35687" y="0"/>
                    <a:pt x="79756" y="0"/>
                  </a:cubicBezTo>
                  <a:cubicBezTo>
                    <a:pt x="123825" y="0"/>
                    <a:pt x="159512" y="35687"/>
                    <a:pt x="159512" y="79756"/>
                  </a:cubicBezTo>
                  <a:lnTo>
                    <a:pt x="159512" y="3239897"/>
                  </a:lnTo>
                  <a:cubicBezTo>
                    <a:pt x="159512" y="3283966"/>
                    <a:pt x="123825" y="3319653"/>
                    <a:pt x="79756" y="3319653"/>
                  </a:cubicBezTo>
                  <a:cubicBezTo>
                    <a:pt x="35687" y="3319653"/>
                    <a:pt x="0" y="3283839"/>
                    <a:pt x="0" y="3239897"/>
                  </a:cubicBezTo>
                  <a:close/>
                </a:path>
              </a:pathLst>
            </a:custGeom>
            <a:solidFill>
              <a:srgbClr val="5678F0"/>
            </a:solidFill>
          </p:spPr>
        </p:sp>
      </p:grpSp>
      <p:sp>
        <p:nvSpPr>
          <p:cNvPr id="29" name="TextBox 29"/>
          <p:cNvSpPr txBox="true"/>
          <p:nvPr/>
        </p:nvSpPr>
        <p:spPr>
          <a:xfrm rot="0">
            <a:off x="9667465" y="6311646"/>
            <a:ext cx="3414122" cy="442798"/>
          </a:xfrm>
          <a:prstGeom prst="rect">
            <a:avLst/>
          </a:prstGeom>
        </p:spPr>
        <p:txBody>
          <a:bodyPr lIns="0" tIns="0" rIns="0" bIns="0" rtlCol="false" anchor="t">
            <a:spAutoFit/>
          </a:bodyPr>
          <a:lstStyle/>
          <a:p>
            <a:pPr algn="l">
              <a:lnSpc>
                <a:spcPts val="3450"/>
              </a:lnSpc>
            </a:pPr>
            <a:r>
              <a:rPr lang="en-US" sz="2400" b="true">
                <a:solidFill>
                  <a:srgbClr val="303030"/>
                </a:solidFill>
                <a:latin typeface="Arimo Bold"/>
                <a:ea typeface="Arimo Bold"/>
                <a:cs typeface="Arimo Bold"/>
                <a:sym typeface="Arimo Bold"/>
              </a:rPr>
              <a:t>Adipiscing Elit Sed Do</a:t>
            </a:r>
          </a:p>
        </p:txBody>
      </p:sp>
      <p:sp>
        <p:nvSpPr>
          <p:cNvPr id="30" name="TextBox 30"/>
          <p:cNvSpPr txBox="true"/>
          <p:nvPr/>
        </p:nvSpPr>
        <p:spPr>
          <a:xfrm rot="0">
            <a:off x="9667465" y="6781076"/>
            <a:ext cx="7727928" cy="1626870"/>
          </a:xfrm>
          <a:prstGeom prst="rect">
            <a:avLst/>
          </a:prstGeom>
        </p:spPr>
        <p:txBody>
          <a:bodyPr lIns="0" tIns="0" rIns="0" bIns="0" rtlCol="false" anchor="t">
            <a:spAutoFit/>
          </a:bodyPr>
          <a:lstStyle/>
          <a:p>
            <a:pPr algn="l">
              <a:lnSpc>
                <a:spcPts val="3225"/>
              </a:lnSpc>
            </a:pPr>
            <a:r>
              <a:rPr lang="en-US" sz="1800">
                <a:solidFill>
                  <a:srgbClr val="303030"/>
                </a:solidFill>
                <a:latin typeface="Arimo"/>
                <a:ea typeface="Arimo"/>
                <a:cs typeface="Arimo"/>
                <a:sym typeface="Arimo"/>
              </a:rPr>
              <a:t>Lorem ipsum dolor sit amet, consectetur adipiscing elit, sed do eiusmod tempor incididunt ut labore et dolore magna aliqua. Ut enim ad minim veniam, quis nostrud exercitation ullamco laboris nisi ut aliquip ex ea commodo consequat.</a:t>
            </a:r>
          </a:p>
        </p:txBody>
      </p:sp>
      <p:grpSp>
        <p:nvGrpSpPr>
          <p:cNvPr id="31" name="Group 31"/>
          <p:cNvGrpSpPr/>
          <p:nvPr/>
        </p:nvGrpSpPr>
        <p:grpSpPr>
          <a:xfrm rot="0">
            <a:off x="686924" y="1135694"/>
            <a:ext cx="1779070" cy="467525"/>
            <a:chOff x="0" y="0"/>
            <a:chExt cx="2372093" cy="623367"/>
          </a:xfrm>
        </p:grpSpPr>
        <p:sp>
          <p:nvSpPr>
            <p:cNvPr id="32" name="Freeform 32"/>
            <p:cNvSpPr/>
            <p:nvPr/>
          </p:nvSpPr>
          <p:spPr>
            <a:xfrm rot="0" flipH="false" flipV="false">
              <a:off x="0" y="0"/>
              <a:ext cx="2372106" cy="623443"/>
            </a:xfrm>
            <a:custGeom>
              <a:avLst/>
              <a:gdLst/>
              <a:ahLst/>
              <a:cxnLst/>
              <a:rect l="l" t="t" r="r" b="b"/>
              <a:pathLst>
                <a:path w="2372106" h="623443">
                  <a:moveTo>
                    <a:pt x="0" y="260985"/>
                  </a:moveTo>
                  <a:cubicBezTo>
                    <a:pt x="0" y="116840"/>
                    <a:pt x="116840" y="0"/>
                    <a:pt x="260985" y="0"/>
                  </a:cubicBezTo>
                  <a:lnTo>
                    <a:pt x="2111121" y="0"/>
                  </a:lnTo>
                  <a:cubicBezTo>
                    <a:pt x="2255266" y="0"/>
                    <a:pt x="2372106" y="116840"/>
                    <a:pt x="2372106" y="260985"/>
                  </a:cubicBezTo>
                  <a:lnTo>
                    <a:pt x="2372106" y="362458"/>
                  </a:lnTo>
                  <a:cubicBezTo>
                    <a:pt x="2372106" y="506603"/>
                    <a:pt x="2255266" y="623443"/>
                    <a:pt x="2111121" y="623443"/>
                  </a:cubicBezTo>
                  <a:lnTo>
                    <a:pt x="260985" y="623443"/>
                  </a:lnTo>
                  <a:cubicBezTo>
                    <a:pt x="116840" y="623316"/>
                    <a:pt x="0" y="506476"/>
                    <a:pt x="0" y="362458"/>
                  </a:cubicBezTo>
                  <a:close/>
                </a:path>
              </a:pathLst>
            </a:custGeom>
            <a:solidFill>
              <a:srgbClr val="5678F0"/>
            </a:solidFill>
          </p:spPr>
        </p:sp>
        <p:sp>
          <p:nvSpPr>
            <p:cNvPr id="33" name="TextBox 33"/>
            <p:cNvSpPr txBox="true"/>
            <p:nvPr/>
          </p:nvSpPr>
          <p:spPr>
            <a:xfrm>
              <a:off x="0" y="-38100"/>
              <a:ext cx="2372093" cy="661467"/>
            </a:xfrm>
            <a:prstGeom prst="rect">
              <a:avLst/>
            </a:prstGeom>
          </p:spPr>
          <p:txBody>
            <a:bodyPr lIns="50800" tIns="50800" rIns="50800" bIns="50800" rtlCol="false" anchor="ctr"/>
            <a:lstStyle/>
            <a:p>
              <a:pPr algn="ctr">
                <a:lnSpc>
                  <a:spcPts val="1980"/>
                </a:lnSpc>
              </a:pPr>
              <a:r>
                <a:rPr lang="en-US" sz="1650">
                  <a:solidFill>
                    <a:srgbClr val="FFFFFF"/>
                  </a:solidFill>
                  <a:latin typeface="Lemonade Display"/>
                  <a:ea typeface="Lemonade Display"/>
                  <a:cs typeface="Lemonade Display"/>
                  <a:sym typeface="Lemonade Display"/>
                </a:rPr>
                <a:t>LOREM</a:t>
              </a:r>
            </a:p>
          </p:txBody>
        </p:sp>
      </p:gr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extBox 2"/>
          <p:cNvSpPr txBox="true"/>
          <p:nvPr/>
        </p:nvSpPr>
        <p:spPr>
          <a:xfrm rot="0">
            <a:off x="800014" y="2340721"/>
            <a:ext cx="6348508" cy="971083"/>
          </a:xfrm>
          <a:prstGeom prst="rect">
            <a:avLst/>
          </a:prstGeom>
        </p:spPr>
        <p:txBody>
          <a:bodyPr lIns="0" tIns="0" rIns="0" bIns="0" rtlCol="false" anchor="t">
            <a:spAutoFit/>
          </a:bodyPr>
          <a:lstStyle/>
          <a:p>
            <a:pPr algn="l">
              <a:lnSpc>
                <a:spcPts val="6975"/>
              </a:lnSpc>
            </a:pPr>
            <a:r>
              <a:rPr lang="en-US" sz="4800" b="true">
                <a:solidFill>
                  <a:srgbClr val="5678F0"/>
                </a:solidFill>
                <a:latin typeface="Arimo Bold"/>
                <a:ea typeface="Arimo Bold"/>
                <a:cs typeface="Arimo Bold"/>
                <a:sym typeface="Arimo Bold"/>
              </a:rPr>
              <a:t>Ipsum Dolor Sit</a:t>
            </a:r>
          </a:p>
        </p:txBody>
      </p:sp>
      <p:sp>
        <p:nvSpPr>
          <p:cNvPr id="3" name="TextBox 3"/>
          <p:cNvSpPr txBox="true"/>
          <p:nvPr/>
        </p:nvSpPr>
        <p:spPr>
          <a:xfrm rot="0">
            <a:off x="800014" y="3606841"/>
            <a:ext cx="16687962" cy="807720"/>
          </a:xfrm>
          <a:prstGeom prst="rect">
            <a:avLst/>
          </a:prstGeom>
        </p:spPr>
        <p:txBody>
          <a:bodyPr lIns="0" tIns="0" rIns="0" bIns="0" rtlCol="false" anchor="t">
            <a:spAutoFit/>
          </a:bodyPr>
          <a:lstStyle/>
          <a:p>
            <a:pPr algn="l">
              <a:lnSpc>
                <a:spcPts val="3225"/>
              </a:lnSpc>
            </a:pPr>
            <a:r>
              <a:rPr lang="en-US" sz="1800">
                <a:solidFill>
                  <a:srgbClr val="303030"/>
                </a:solidFill>
                <a:latin typeface="Arimo"/>
                <a:ea typeface="Arimo"/>
                <a:cs typeface="Arimo"/>
                <a:sym typeface="Arimo"/>
              </a:rPr>
              <a:t>Lorem ipsum dolor sit amet, consectetur adipiscing elit. Duis aute irure dolor in reprehenderit in voluptate velit esse cillum dolore eu fugiat nulla pariatur. Excepteur sint occaecat cupidatat non proident, sunt in culpa qui officia deserunt mollit anim id est laborum.</a:t>
            </a:r>
          </a:p>
        </p:txBody>
      </p:sp>
      <p:grpSp>
        <p:nvGrpSpPr>
          <p:cNvPr id="4" name="Group 4"/>
          <p:cNvGrpSpPr/>
          <p:nvPr/>
        </p:nvGrpSpPr>
        <p:grpSpPr>
          <a:xfrm rot="0">
            <a:off x="800014" y="5245456"/>
            <a:ext cx="5393360" cy="3159414"/>
            <a:chOff x="0" y="0"/>
            <a:chExt cx="7191146" cy="4212552"/>
          </a:xfrm>
        </p:grpSpPr>
        <p:sp>
          <p:nvSpPr>
            <p:cNvPr id="5" name="Freeform 5"/>
            <p:cNvSpPr/>
            <p:nvPr/>
          </p:nvSpPr>
          <p:spPr>
            <a:xfrm rot="0" flipH="false" flipV="false">
              <a:off x="0" y="0"/>
              <a:ext cx="7191122" cy="4212590"/>
            </a:xfrm>
            <a:custGeom>
              <a:avLst/>
              <a:gdLst/>
              <a:ahLst/>
              <a:cxnLst/>
              <a:rect l="l" t="t" r="r" b="b"/>
              <a:pathLst>
                <a:path w="7191122" h="4212590">
                  <a:moveTo>
                    <a:pt x="0" y="205867"/>
                  </a:moveTo>
                  <a:cubicBezTo>
                    <a:pt x="0" y="92202"/>
                    <a:pt x="92202" y="0"/>
                    <a:pt x="205867" y="0"/>
                  </a:cubicBezTo>
                  <a:lnTo>
                    <a:pt x="6985254" y="0"/>
                  </a:lnTo>
                  <a:cubicBezTo>
                    <a:pt x="7098919" y="0"/>
                    <a:pt x="7191122" y="92202"/>
                    <a:pt x="7191122" y="205867"/>
                  </a:cubicBezTo>
                  <a:lnTo>
                    <a:pt x="7191122" y="4006723"/>
                  </a:lnTo>
                  <a:cubicBezTo>
                    <a:pt x="7191122" y="4120388"/>
                    <a:pt x="7098919" y="4212590"/>
                    <a:pt x="6985254" y="4212590"/>
                  </a:cubicBezTo>
                  <a:lnTo>
                    <a:pt x="205867" y="4212590"/>
                  </a:lnTo>
                  <a:cubicBezTo>
                    <a:pt x="92202" y="4212590"/>
                    <a:pt x="0" y="4120388"/>
                    <a:pt x="0" y="4006723"/>
                  </a:cubicBezTo>
                  <a:close/>
                </a:path>
              </a:pathLst>
            </a:custGeom>
            <a:solidFill>
              <a:srgbClr val="F5F5F5"/>
            </a:solidFill>
          </p:spPr>
        </p:sp>
      </p:grpSp>
      <p:grpSp>
        <p:nvGrpSpPr>
          <p:cNvPr id="6" name="Group 6"/>
          <p:cNvGrpSpPr/>
          <p:nvPr/>
        </p:nvGrpSpPr>
        <p:grpSpPr>
          <a:xfrm rot="0">
            <a:off x="800014" y="5213280"/>
            <a:ext cx="5393360" cy="128673"/>
            <a:chOff x="0" y="0"/>
            <a:chExt cx="7191146" cy="171564"/>
          </a:xfrm>
        </p:grpSpPr>
        <p:sp>
          <p:nvSpPr>
            <p:cNvPr id="7" name="Freeform 7"/>
            <p:cNvSpPr/>
            <p:nvPr/>
          </p:nvSpPr>
          <p:spPr>
            <a:xfrm rot="0" flipH="false" flipV="false">
              <a:off x="0" y="0"/>
              <a:ext cx="7191121" cy="171450"/>
            </a:xfrm>
            <a:custGeom>
              <a:avLst/>
              <a:gdLst/>
              <a:ahLst/>
              <a:cxnLst/>
              <a:rect l="l" t="t" r="r" b="b"/>
              <a:pathLst>
                <a:path w="7191121" h="171450">
                  <a:moveTo>
                    <a:pt x="0" y="85725"/>
                  </a:moveTo>
                  <a:cubicBezTo>
                    <a:pt x="0" y="38354"/>
                    <a:pt x="38354" y="0"/>
                    <a:pt x="85725" y="0"/>
                  </a:cubicBezTo>
                  <a:lnTo>
                    <a:pt x="7105396" y="0"/>
                  </a:lnTo>
                  <a:cubicBezTo>
                    <a:pt x="7152767" y="0"/>
                    <a:pt x="7191121" y="38354"/>
                    <a:pt x="7191121" y="85725"/>
                  </a:cubicBezTo>
                  <a:cubicBezTo>
                    <a:pt x="7191121" y="133096"/>
                    <a:pt x="7152767" y="171450"/>
                    <a:pt x="7105396" y="171450"/>
                  </a:cubicBezTo>
                  <a:lnTo>
                    <a:pt x="85725" y="171450"/>
                  </a:lnTo>
                  <a:cubicBezTo>
                    <a:pt x="38354" y="171577"/>
                    <a:pt x="0" y="133223"/>
                    <a:pt x="0" y="85725"/>
                  </a:cubicBezTo>
                  <a:close/>
                </a:path>
              </a:pathLst>
            </a:custGeom>
            <a:solidFill>
              <a:srgbClr val="5678F0"/>
            </a:solidFill>
          </p:spPr>
        </p:sp>
      </p:grpSp>
      <p:grpSp>
        <p:nvGrpSpPr>
          <p:cNvPr id="8" name="Group 8"/>
          <p:cNvGrpSpPr/>
          <p:nvPr/>
        </p:nvGrpSpPr>
        <p:grpSpPr>
          <a:xfrm rot="0">
            <a:off x="3115856" y="4826584"/>
            <a:ext cx="761686" cy="837733"/>
            <a:chOff x="0" y="0"/>
            <a:chExt cx="1015581" cy="1116978"/>
          </a:xfrm>
        </p:grpSpPr>
        <p:sp>
          <p:nvSpPr>
            <p:cNvPr id="9" name="Freeform 9"/>
            <p:cNvSpPr/>
            <p:nvPr/>
          </p:nvSpPr>
          <p:spPr>
            <a:xfrm rot="0" flipH="false" flipV="false">
              <a:off x="0" y="0"/>
              <a:ext cx="1015619" cy="1116838"/>
            </a:xfrm>
            <a:custGeom>
              <a:avLst/>
              <a:gdLst/>
              <a:ahLst/>
              <a:cxnLst/>
              <a:rect l="l" t="t" r="r" b="b"/>
              <a:pathLst>
                <a:path w="1015619" h="1116838">
                  <a:moveTo>
                    <a:pt x="0" y="507746"/>
                  </a:moveTo>
                  <a:cubicBezTo>
                    <a:pt x="0" y="227330"/>
                    <a:pt x="227330" y="0"/>
                    <a:pt x="507746" y="0"/>
                  </a:cubicBezTo>
                  <a:cubicBezTo>
                    <a:pt x="788162" y="0"/>
                    <a:pt x="1015619" y="227330"/>
                    <a:pt x="1015619" y="507746"/>
                  </a:cubicBezTo>
                  <a:lnTo>
                    <a:pt x="1015619" y="609092"/>
                  </a:lnTo>
                  <a:cubicBezTo>
                    <a:pt x="1015619" y="889508"/>
                    <a:pt x="788289" y="1116838"/>
                    <a:pt x="507873" y="1116838"/>
                  </a:cubicBezTo>
                  <a:cubicBezTo>
                    <a:pt x="227457" y="1116838"/>
                    <a:pt x="0" y="889635"/>
                    <a:pt x="0" y="609219"/>
                  </a:cubicBezTo>
                  <a:close/>
                </a:path>
              </a:pathLst>
            </a:custGeom>
            <a:solidFill>
              <a:srgbClr val="5678F0"/>
            </a:solidFill>
          </p:spPr>
        </p:sp>
      </p:grpSp>
      <p:sp>
        <p:nvSpPr>
          <p:cNvPr id="10" name="TextBox 10"/>
          <p:cNvSpPr txBox="true"/>
          <p:nvPr/>
        </p:nvSpPr>
        <p:spPr>
          <a:xfrm rot="0">
            <a:off x="1909496" y="5876944"/>
            <a:ext cx="3174254" cy="485537"/>
          </a:xfrm>
          <a:prstGeom prst="rect">
            <a:avLst/>
          </a:prstGeom>
        </p:spPr>
        <p:txBody>
          <a:bodyPr lIns="0" tIns="0" rIns="0" bIns="0" rtlCol="false" anchor="t">
            <a:spAutoFit/>
          </a:bodyPr>
          <a:lstStyle/>
          <a:p>
            <a:pPr algn="ctr">
              <a:lnSpc>
                <a:spcPts val="3450"/>
              </a:lnSpc>
            </a:pPr>
            <a:r>
              <a:rPr lang="en-US" sz="2400" b="true">
                <a:solidFill>
                  <a:srgbClr val="303030"/>
                </a:solidFill>
                <a:latin typeface="Arimo Bold"/>
                <a:ea typeface="Arimo Bold"/>
                <a:cs typeface="Arimo Bold"/>
                <a:sym typeface="Arimo Bold"/>
              </a:rPr>
              <a:t>Ipsum Dolor</a:t>
            </a:r>
          </a:p>
        </p:txBody>
      </p:sp>
      <p:sp>
        <p:nvSpPr>
          <p:cNvPr id="11" name="TextBox 11"/>
          <p:cNvSpPr txBox="true"/>
          <p:nvPr/>
        </p:nvSpPr>
        <p:spPr>
          <a:xfrm rot="0">
            <a:off x="1083059" y="6406201"/>
            <a:ext cx="4827270" cy="1217295"/>
          </a:xfrm>
          <a:prstGeom prst="rect">
            <a:avLst/>
          </a:prstGeom>
        </p:spPr>
        <p:txBody>
          <a:bodyPr lIns="0" tIns="0" rIns="0" bIns="0" rtlCol="false" anchor="t">
            <a:spAutoFit/>
          </a:bodyPr>
          <a:lstStyle/>
          <a:p>
            <a:pPr algn="ctr">
              <a:lnSpc>
                <a:spcPts val="3225"/>
              </a:lnSpc>
            </a:pPr>
            <a:r>
              <a:rPr lang="en-US" sz="1800">
                <a:solidFill>
                  <a:srgbClr val="303030"/>
                </a:solidFill>
                <a:latin typeface="Arimo"/>
                <a:ea typeface="Arimo"/>
                <a:cs typeface="Arimo"/>
                <a:sym typeface="Arimo"/>
              </a:rPr>
              <a:t>Dolor sit amet. Consectetur adipiscing elit. Duis aute irure dolor in reprehenderit. </a:t>
            </a:r>
            <a:r>
              <a:rPr lang="en-US" sz="1800" b="true">
                <a:solidFill>
                  <a:srgbClr val="303030"/>
                </a:solidFill>
                <a:latin typeface="Arimo Bold"/>
                <a:ea typeface="Arimo Bold"/>
                <a:cs typeface="Arimo Bold"/>
                <a:sym typeface="Arimo Bold"/>
              </a:rPr>
              <a:t>Lorem</a:t>
            </a:r>
            <a:r>
              <a:rPr lang="en-US" sz="1800">
                <a:solidFill>
                  <a:srgbClr val="303030"/>
                </a:solidFill>
                <a:latin typeface="Arimo"/>
                <a:ea typeface="Arimo"/>
                <a:cs typeface="Arimo"/>
                <a:sym typeface="Arimo"/>
              </a:rPr>
              <a:t> et </a:t>
            </a:r>
            <a:r>
              <a:rPr lang="en-US" sz="1800" b="true">
                <a:solidFill>
                  <a:srgbClr val="303030"/>
                </a:solidFill>
                <a:latin typeface="Arimo Bold"/>
                <a:ea typeface="Arimo Bold"/>
                <a:cs typeface="Arimo Bold"/>
                <a:sym typeface="Arimo Bold"/>
              </a:rPr>
              <a:t>Ipsum</a:t>
            </a:r>
            <a:r>
              <a:rPr lang="en-US" sz="1800">
                <a:solidFill>
                  <a:srgbClr val="303030"/>
                </a:solidFill>
                <a:latin typeface="Arimo"/>
                <a:ea typeface="Arimo"/>
                <a:cs typeface="Arimo"/>
                <a:sym typeface="Arimo"/>
              </a:rPr>
              <a:t>.</a:t>
            </a:r>
          </a:p>
        </p:txBody>
      </p:sp>
      <p:grpSp>
        <p:nvGrpSpPr>
          <p:cNvPr id="12" name="Group 12"/>
          <p:cNvGrpSpPr/>
          <p:nvPr/>
        </p:nvGrpSpPr>
        <p:grpSpPr>
          <a:xfrm rot="0">
            <a:off x="6447168" y="5245456"/>
            <a:ext cx="5393512" cy="3159414"/>
            <a:chOff x="0" y="0"/>
            <a:chExt cx="7191350" cy="4212552"/>
          </a:xfrm>
        </p:grpSpPr>
        <p:sp>
          <p:nvSpPr>
            <p:cNvPr id="13" name="Freeform 13"/>
            <p:cNvSpPr/>
            <p:nvPr/>
          </p:nvSpPr>
          <p:spPr>
            <a:xfrm rot="0" flipH="false" flipV="false">
              <a:off x="0" y="0"/>
              <a:ext cx="7191375" cy="4212590"/>
            </a:xfrm>
            <a:custGeom>
              <a:avLst/>
              <a:gdLst/>
              <a:ahLst/>
              <a:cxnLst/>
              <a:rect l="l" t="t" r="r" b="b"/>
              <a:pathLst>
                <a:path w="7191375" h="4212590">
                  <a:moveTo>
                    <a:pt x="0" y="205867"/>
                  </a:moveTo>
                  <a:cubicBezTo>
                    <a:pt x="0" y="92202"/>
                    <a:pt x="92202" y="0"/>
                    <a:pt x="205867" y="0"/>
                  </a:cubicBezTo>
                  <a:lnTo>
                    <a:pt x="6985508" y="0"/>
                  </a:lnTo>
                  <a:cubicBezTo>
                    <a:pt x="7099173" y="0"/>
                    <a:pt x="7191375" y="92202"/>
                    <a:pt x="7191375" y="205867"/>
                  </a:cubicBezTo>
                  <a:lnTo>
                    <a:pt x="7191375" y="4006723"/>
                  </a:lnTo>
                  <a:cubicBezTo>
                    <a:pt x="7191375" y="4120388"/>
                    <a:pt x="7099173" y="4212590"/>
                    <a:pt x="6985508" y="4212590"/>
                  </a:cubicBezTo>
                  <a:lnTo>
                    <a:pt x="205867" y="4212590"/>
                  </a:lnTo>
                  <a:cubicBezTo>
                    <a:pt x="92202" y="4212590"/>
                    <a:pt x="0" y="4120388"/>
                    <a:pt x="0" y="4006723"/>
                  </a:cubicBezTo>
                  <a:close/>
                </a:path>
              </a:pathLst>
            </a:custGeom>
            <a:solidFill>
              <a:srgbClr val="F5F5F5"/>
            </a:solidFill>
          </p:spPr>
        </p:sp>
      </p:grpSp>
      <p:grpSp>
        <p:nvGrpSpPr>
          <p:cNvPr id="14" name="Group 14"/>
          <p:cNvGrpSpPr/>
          <p:nvPr/>
        </p:nvGrpSpPr>
        <p:grpSpPr>
          <a:xfrm rot="0">
            <a:off x="6447168" y="5213280"/>
            <a:ext cx="5393512" cy="128673"/>
            <a:chOff x="0" y="0"/>
            <a:chExt cx="7191350" cy="171564"/>
          </a:xfrm>
        </p:grpSpPr>
        <p:sp>
          <p:nvSpPr>
            <p:cNvPr id="15" name="Freeform 15"/>
            <p:cNvSpPr/>
            <p:nvPr/>
          </p:nvSpPr>
          <p:spPr>
            <a:xfrm rot="0" flipH="false" flipV="false">
              <a:off x="0" y="0"/>
              <a:ext cx="7191248" cy="171450"/>
            </a:xfrm>
            <a:custGeom>
              <a:avLst/>
              <a:gdLst/>
              <a:ahLst/>
              <a:cxnLst/>
              <a:rect l="l" t="t" r="r" b="b"/>
              <a:pathLst>
                <a:path w="7191248" h="171450">
                  <a:moveTo>
                    <a:pt x="0" y="85725"/>
                  </a:moveTo>
                  <a:cubicBezTo>
                    <a:pt x="0" y="38354"/>
                    <a:pt x="38354" y="0"/>
                    <a:pt x="85725" y="0"/>
                  </a:cubicBezTo>
                  <a:lnTo>
                    <a:pt x="7105523" y="0"/>
                  </a:lnTo>
                  <a:cubicBezTo>
                    <a:pt x="7152894" y="0"/>
                    <a:pt x="7191248" y="38354"/>
                    <a:pt x="7191248" y="85725"/>
                  </a:cubicBezTo>
                  <a:cubicBezTo>
                    <a:pt x="7191248" y="133096"/>
                    <a:pt x="7152894" y="171450"/>
                    <a:pt x="7105523" y="171450"/>
                  </a:cubicBezTo>
                  <a:lnTo>
                    <a:pt x="85725" y="171450"/>
                  </a:lnTo>
                  <a:cubicBezTo>
                    <a:pt x="38354" y="171577"/>
                    <a:pt x="0" y="133223"/>
                    <a:pt x="0" y="85725"/>
                  </a:cubicBezTo>
                  <a:close/>
                </a:path>
              </a:pathLst>
            </a:custGeom>
            <a:solidFill>
              <a:srgbClr val="93CEF1"/>
            </a:solidFill>
          </p:spPr>
        </p:sp>
      </p:grpSp>
      <p:grpSp>
        <p:nvGrpSpPr>
          <p:cNvPr id="16" name="Group 16"/>
          <p:cNvGrpSpPr/>
          <p:nvPr/>
        </p:nvGrpSpPr>
        <p:grpSpPr>
          <a:xfrm rot="0">
            <a:off x="8763000" y="4826584"/>
            <a:ext cx="761686" cy="837733"/>
            <a:chOff x="0" y="0"/>
            <a:chExt cx="1015581" cy="1116978"/>
          </a:xfrm>
        </p:grpSpPr>
        <p:sp>
          <p:nvSpPr>
            <p:cNvPr id="17" name="Freeform 17"/>
            <p:cNvSpPr/>
            <p:nvPr/>
          </p:nvSpPr>
          <p:spPr>
            <a:xfrm rot="0" flipH="false" flipV="false">
              <a:off x="0" y="0"/>
              <a:ext cx="1015619" cy="1116838"/>
            </a:xfrm>
            <a:custGeom>
              <a:avLst/>
              <a:gdLst/>
              <a:ahLst/>
              <a:cxnLst/>
              <a:rect l="l" t="t" r="r" b="b"/>
              <a:pathLst>
                <a:path w="1015619" h="1116838">
                  <a:moveTo>
                    <a:pt x="0" y="507746"/>
                  </a:moveTo>
                  <a:cubicBezTo>
                    <a:pt x="0" y="227330"/>
                    <a:pt x="227330" y="0"/>
                    <a:pt x="507746" y="0"/>
                  </a:cubicBezTo>
                  <a:cubicBezTo>
                    <a:pt x="788162" y="0"/>
                    <a:pt x="1015619" y="227330"/>
                    <a:pt x="1015619" y="507746"/>
                  </a:cubicBezTo>
                  <a:lnTo>
                    <a:pt x="1015619" y="609092"/>
                  </a:lnTo>
                  <a:cubicBezTo>
                    <a:pt x="1015619" y="889508"/>
                    <a:pt x="788289" y="1116838"/>
                    <a:pt x="507873" y="1116838"/>
                  </a:cubicBezTo>
                  <a:cubicBezTo>
                    <a:pt x="227457" y="1116838"/>
                    <a:pt x="0" y="889635"/>
                    <a:pt x="0" y="609219"/>
                  </a:cubicBezTo>
                  <a:close/>
                </a:path>
              </a:pathLst>
            </a:custGeom>
            <a:solidFill>
              <a:srgbClr val="93CEF1"/>
            </a:solidFill>
          </p:spPr>
        </p:sp>
      </p:grpSp>
      <p:sp>
        <p:nvSpPr>
          <p:cNvPr id="18" name="TextBox 18"/>
          <p:cNvSpPr txBox="true"/>
          <p:nvPr/>
        </p:nvSpPr>
        <p:spPr>
          <a:xfrm rot="0">
            <a:off x="7556792" y="5876944"/>
            <a:ext cx="3174254" cy="485537"/>
          </a:xfrm>
          <a:prstGeom prst="rect">
            <a:avLst/>
          </a:prstGeom>
        </p:spPr>
        <p:txBody>
          <a:bodyPr lIns="0" tIns="0" rIns="0" bIns="0" rtlCol="false" anchor="t">
            <a:spAutoFit/>
          </a:bodyPr>
          <a:lstStyle/>
          <a:p>
            <a:pPr algn="ctr">
              <a:lnSpc>
                <a:spcPts val="3450"/>
              </a:lnSpc>
            </a:pPr>
            <a:r>
              <a:rPr lang="en-US" sz="2400" b="true">
                <a:solidFill>
                  <a:srgbClr val="303030"/>
                </a:solidFill>
                <a:latin typeface="Arimo Bold"/>
                <a:ea typeface="Arimo Bold"/>
                <a:cs typeface="Arimo Bold"/>
                <a:sym typeface="Arimo Bold"/>
              </a:rPr>
              <a:t>Amet Consectetur</a:t>
            </a:r>
          </a:p>
        </p:txBody>
      </p:sp>
      <p:sp>
        <p:nvSpPr>
          <p:cNvPr id="19" name="TextBox 19"/>
          <p:cNvSpPr txBox="true"/>
          <p:nvPr/>
        </p:nvSpPr>
        <p:spPr>
          <a:xfrm rot="0">
            <a:off x="6730213" y="6406201"/>
            <a:ext cx="4827422" cy="1626870"/>
          </a:xfrm>
          <a:prstGeom prst="rect">
            <a:avLst/>
          </a:prstGeom>
        </p:spPr>
        <p:txBody>
          <a:bodyPr lIns="0" tIns="0" rIns="0" bIns="0" rtlCol="false" anchor="t">
            <a:spAutoFit/>
          </a:bodyPr>
          <a:lstStyle/>
          <a:p>
            <a:pPr algn="ctr">
              <a:lnSpc>
                <a:spcPts val="3225"/>
              </a:lnSpc>
            </a:pPr>
            <a:r>
              <a:rPr lang="en-US" sz="1800">
                <a:solidFill>
                  <a:srgbClr val="303030"/>
                </a:solidFill>
                <a:latin typeface="Arimo"/>
                <a:ea typeface="Arimo"/>
                <a:cs typeface="Arimo"/>
                <a:sym typeface="Arimo"/>
              </a:rPr>
              <a:t>Lorem ipsum dolor sit amet, consectetur adipiscing elit. Sed do eiusmod tempor incididunt ut labore et dolore magna aliqua. Ut enim ad minim veniam.</a:t>
            </a:r>
          </a:p>
        </p:txBody>
      </p:sp>
      <p:grpSp>
        <p:nvGrpSpPr>
          <p:cNvPr id="20" name="Group 20"/>
          <p:cNvGrpSpPr/>
          <p:nvPr/>
        </p:nvGrpSpPr>
        <p:grpSpPr>
          <a:xfrm rot="0">
            <a:off x="12094474" y="5245456"/>
            <a:ext cx="5393360" cy="3159414"/>
            <a:chOff x="0" y="0"/>
            <a:chExt cx="7191146" cy="4212552"/>
          </a:xfrm>
        </p:grpSpPr>
        <p:sp>
          <p:nvSpPr>
            <p:cNvPr id="21" name="Freeform 21"/>
            <p:cNvSpPr/>
            <p:nvPr/>
          </p:nvSpPr>
          <p:spPr>
            <a:xfrm rot="0" flipH="false" flipV="false">
              <a:off x="0" y="0"/>
              <a:ext cx="7191122" cy="4212590"/>
            </a:xfrm>
            <a:custGeom>
              <a:avLst/>
              <a:gdLst/>
              <a:ahLst/>
              <a:cxnLst/>
              <a:rect l="l" t="t" r="r" b="b"/>
              <a:pathLst>
                <a:path w="7191122" h="4212590">
                  <a:moveTo>
                    <a:pt x="0" y="205867"/>
                  </a:moveTo>
                  <a:cubicBezTo>
                    <a:pt x="0" y="92202"/>
                    <a:pt x="92202" y="0"/>
                    <a:pt x="205867" y="0"/>
                  </a:cubicBezTo>
                  <a:lnTo>
                    <a:pt x="6985254" y="0"/>
                  </a:lnTo>
                  <a:cubicBezTo>
                    <a:pt x="7098919" y="0"/>
                    <a:pt x="7191122" y="92202"/>
                    <a:pt x="7191122" y="205867"/>
                  </a:cubicBezTo>
                  <a:lnTo>
                    <a:pt x="7191122" y="4006723"/>
                  </a:lnTo>
                  <a:cubicBezTo>
                    <a:pt x="7191122" y="4120388"/>
                    <a:pt x="7098919" y="4212590"/>
                    <a:pt x="6985254" y="4212590"/>
                  </a:cubicBezTo>
                  <a:lnTo>
                    <a:pt x="205867" y="4212590"/>
                  </a:lnTo>
                  <a:cubicBezTo>
                    <a:pt x="92202" y="4212590"/>
                    <a:pt x="0" y="4120388"/>
                    <a:pt x="0" y="4006723"/>
                  </a:cubicBezTo>
                  <a:close/>
                </a:path>
              </a:pathLst>
            </a:custGeom>
            <a:solidFill>
              <a:srgbClr val="F5F5F5"/>
            </a:solidFill>
          </p:spPr>
        </p:sp>
      </p:grpSp>
      <p:grpSp>
        <p:nvGrpSpPr>
          <p:cNvPr id="22" name="Group 22"/>
          <p:cNvGrpSpPr/>
          <p:nvPr/>
        </p:nvGrpSpPr>
        <p:grpSpPr>
          <a:xfrm rot="0">
            <a:off x="12094474" y="5213280"/>
            <a:ext cx="5393360" cy="128673"/>
            <a:chOff x="0" y="0"/>
            <a:chExt cx="7191146" cy="171564"/>
          </a:xfrm>
        </p:grpSpPr>
        <p:sp>
          <p:nvSpPr>
            <p:cNvPr id="23" name="Freeform 23"/>
            <p:cNvSpPr/>
            <p:nvPr/>
          </p:nvSpPr>
          <p:spPr>
            <a:xfrm rot="0" flipH="false" flipV="false">
              <a:off x="0" y="0"/>
              <a:ext cx="7191121" cy="171450"/>
            </a:xfrm>
            <a:custGeom>
              <a:avLst/>
              <a:gdLst/>
              <a:ahLst/>
              <a:cxnLst/>
              <a:rect l="l" t="t" r="r" b="b"/>
              <a:pathLst>
                <a:path w="7191121" h="171450">
                  <a:moveTo>
                    <a:pt x="0" y="85725"/>
                  </a:moveTo>
                  <a:cubicBezTo>
                    <a:pt x="0" y="38354"/>
                    <a:pt x="38354" y="0"/>
                    <a:pt x="85725" y="0"/>
                  </a:cubicBezTo>
                  <a:lnTo>
                    <a:pt x="7105396" y="0"/>
                  </a:lnTo>
                  <a:cubicBezTo>
                    <a:pt x="7152767" y="0"/>
                    <a:pt x="7191121" y="38354"/>
                    <a:pt x="7191121" y="85725"/>
                  </a:cubicBezTo>
                  <a:cubicBezTo>
                    <a:pt x="7191121" y="133096"/>
                    <a:pt x="7152767" y="171450"/>
                    <a:pt x="7105396" y="171450"/>
                  </a:cubicBezTo>
                  <a:lnTo>
                    <a:pt x="85725" y="171450"/>
                  </a:lnTo>
                  <a:cubicBezTo>
                    <a:pt x="38354" y="171577"/>
                    <a:pt x="0" y="133223"/>
                    <a:pt x="0" y="85725"/>
                  </a:cubicBezTo>
                  <a:close/>
                </a:path>
              </a:pathLst>
            </a:custGeom>
            <a:solidFill>
              <a:srgbClr val="948BE2"/>
            </a:solidFill>
          </p:spPr>
        </p:sp>
      </p:grpSp>
      <p:grpSp>
        <p:nvGrpSpPr>
          <p:cNvPr id="24" name="Group 24"/>
          <p:cNvGrpSpPr/>
          <p:nvPr/>
        </p:nvGrpSpPr>
        <p:grpSpPr>
          <a:xfrm rot="0">
            <a:off x="14410306" y="4826584"/>
            <a:ext cx="761686" cy="837733"/>
            <a:chOff x="0" y="0"/>
            <a:chExt cx="1015581" cy="1116978"/>
          </a:xfrm>
        </p:grpSpPr>
        <p:sp>
          <p:nvSpPr>
            <p:cNvPr id="25" name="Freeform 25"/>
            <p:cNvSpPr/>
            <p:nvPr/>
          </p:nvSpPr>
          <p:spPr>
            <a:xfrm rot="0" flipH="false" flipV="false">
              <a:off x="0" y="0"/>
              <a:ext cx="1015619" cy="1116838"/>
            </a:xfrm>
            <a:custGeom>
              <a:avLst/>
              <a:gdLst/>
              <a:ahLst/>
              <a:cxnLst/>
              <a:rect l="l" t="t" r="r" b="b"/>
              <a:pathLst>
                <a:path w="1015619" h="1116838">
                  <a:moveTo>
                    <a:pt x="0" y="507746"/>
                  </a:moveTo>
                  <a:cubicBezTo>
                    <a:pt x="0" y="227330"/>
                    <a:pt x="227330" y="0"/>
                    <a:pt x="507746" y="0"/>
                  </a:cubicBezTo>
                  <a:cubicBezTo>
                    <a:pt x="788162" y="0"/>
                    <a:pt x="1015619" y="227330"/>
                    <a:pt x="1015619" y="507746"/>
                  </a:cubicBezTo>
                  <a:lnTo>
                    <a:pt x="1015619" y="609092"/>
                  </a:lnTo>
                  <a:cubicBezTo>
                    <a:pt x="1015619" y="889508"/>
                    <a:pt x="788289" y="1116838"/>
                    <a:pt x="507873" y="1116838"/>
                  </a:cubicBezTo>
                  <a:cubicBezTo>
                    <a:pt x="227457" y="1116838"/>
                    <a:pt x="0" y="889635"/>
                    <a:pt x="0" y="609219"/>
                  </a:cubicBezTo>
                  <a:close/>
                </a:path>
              </a:pathLst>
            </a:custGeom>
            <a:solidFill>
              <a:srgbClr val="948BE2"/>
            </a:solidFill>
          </p:spPr>
        </p:sp>
      </p:grpSp>
      <p:sp>
        <p:nvSpPr>
          <p:cNvPr id="26" name="TextBox 26"/>
          <p:cNvSpPr txBox="true"/>
          <p:nvPr/>
        </p:nvSpPr>
        <p:spPr>
          <a:xfrm rot="0">
            <a:off x="13203946" y="5876944"/>
            <a:ext cx="3174254" cy="485537"/>
          </a:xfrm>
          <a:prstGeom prst="rect">
            <a:avLst/>
          </a:prstGeom>
        </p:spPr>
        <p:txBody>
          <a:bodyPr lIns="0" tIns="0" rIns="0" bIns="0" rtlCol="false" anchor="t">
            <a:spAutoFit/>
          </a:bodyPr>
          <a:lstStyle/>
          <a:p>
            <a:pPr algn="ctr">
              <a:lnSpc>
                <a:spcPts val="3450"/>
              </a:lnSpc>
            </a:pPr>
            <a:r>
              <a:rPr lang="en-US" sz="2400" b="true">
                <a:solidFill>
                  <a:srgbClr val="303030"/>
                </a:solidFill>
                <a:latin typeface="Arimo Bold"/>
                <a:ea typeface="Arimo Bold"/>
                <a:cs typeface="Arimo Bold"/>
                <a:sym typeface="Arimo Bold"/>
              </a:rPr>
              <a:t>Lorem Dolor Ipsum</a:t>
            </a:r>
          </a:p>
        </p:txBody>
      </p:sp>
      <p:sp>
        <p:nvSpPr>
          <p:cNvPr id="27" name="TextBox 27"/>
          <p:cNvSpPr txBox="true"/>
          <p:nvPr/>
        </p:nvSpPr>
        <p:spPr>
          <a:xfrm rot="0">
            <a:off x="12377518" y="6406201"/>
            <a:ext cx="4827270" cy="1626870"/>
          </a:xfrm>
          <a:prstGeom prst="rect">
            <a:avLst/>
          </a:prstGeom>
        </p:spPr>
        <p:txBody>
          <a:bodyPr lIns="0" tIns="0" rIns="0" bIns="0" rtlCol="false" anchor="t">
            <a:spAutoFit/>
          </a:bodyPr>
          <a:lstStyle/>
          <a:p>
            <a:pPr algn="ctr">
              <a:lnSpc>
                <a:spcPts val="3225"/>
              </a:lnSpc>
            </a:pPr>
            <a:r>
              <a:rPr lang="en-US" sz="1800">
                <a:solidFill>
                  <a:srgbClr val="303030"/>
                </a:solidFill>
                <a:latin typeface="Arimo"/>
                <a:ea typeface="Arimo"/>
                <a:cs typeface="Arimo"/>
                <a:sym typeface="Arimo"/>
              </a:rPr>
              <a:t>Lorem ipsum dolor sit amet, consectetur adipiscing elit. Sed do eiusmod tempor incididunt ut labore et dolore magna aliqua. Ut enim ad minim.</a:t>
            </a:r>
          </a:p>
        </p:txBody>
      </p:sp>
      <p:grpSp>
        <p:nvGrpSpPr>
          <p:cNvPr id="28" name="Group 28"/>
          <p:cNvGrpSpPr/>
          <p:nvPr/>
        </p:nvGrpSpPr>
        <p:grpSpPr>
          <a:xfrm rot="0">
            <a:off x="800014" y="1538126"/>
            <a:ext cx="1779070" cy="467525"/>
            <a:chOff x="0" y="0"/>
            <a:chExt cx="2372093" cy="623367"/>
          </a:xfrm>
        </p:grpSpPr>
        <p:sp>
          <p:nvSpPr>
            <p:cNvPr id="29" name="Freeform 29"/>
            <p:cNvSpPr/>
            <p:nvPr/>
          </p:nvSpPr>
          <p:spPr>
            <a:xfrm rot="0" flipH="false" flipV="false">
              <a:off x="0" y="0"/>
              <a:ext cx="2372106" cy="623443"/>
            </a:xfrm>
            <a:custGeom>
              <a:avLst/>
              <a:gdLst/>
              <a:ahLst/>
              <a:cxnLst/>
              <a:rect l="l" t="t" r="r" b="b"/>
              <a:pathLst>
                <a:path w="2372106" h="623443">
                  <a:moveTo>
                    <a:pt x="0" y="260985"/>
                  </a:moveTo>
                  <a:cubicBezTo>
                    <a:pt x="0" y="116840"/>
                    <a:pt x="116840" y="0"/>
                    <a:pt x="260985" y="0"/>
                  </a:cubicBezTo>
                  <a:lnTo>
                    <a:pt x="2111121" y="0"/>
                  </a:lnTo>
                  <a:cubicBezTo>
                    <a:pt x="2255266" y="0"/>
                    <a:pt x="2372106" y="116840"/>
                    <a:pt x="2372106" y="260985"/>
                  </a:cubicBezTo>
                  <a:lnTo>
                    <a:pt x="2372106" y="362458"/>
                  </a:lnTo>
                  <a:cubicBezTo>
                    <a:pt x="2372106" y="506603"/>
                    <a:pt x="2255266" y="623443"/>
                    <a:pt x="2111121" y="623443"/>
                  </a:cubicBezTo>
                  <a:lnTo>
                    <a:pt x="260985" y="623443"/>
                  </a:lnTo>
                  <a:cubicBezTo>
                    <a:pt x="116840" y="623316"/>
                    <a:pt x="0" y="506476"/>
                    <a:pt x="0" y="362458"/>
                  </a:cubicBezTo>
                  <a:close/>
                </a:path>
              </a:pathLst>
            </a:custGeom>
            <a:solidFill>
              <a:srgbClr val="5678F0"/>
            </a:solidFill>
          </p:spPr>
        </p:sp>
        <p:sp>
          <p:nvSpPr>
            <p:cNvPr id="30" name="TextBox 30"/>
            <p:cNvSpPr txBox="true"/>
            <p:nvPr/>
          </p:nvSpPr>
          <p:spPr>
            <a:xfrm>
              <a:off x="0" y="-38100"/>
              <a:ext cx="2372093" cy="661467"/>
            </a:xfrm>
            <a:prstGeom prst="rect">
              <a:avLst/>
            </a:prstGeom>
          </p:spPr>
          <p:txBody>
            <a:bodyPr lIns="50800" tIns="50800" rIns="50800" bIns="50800" rtlCol="false" anchor="ctr"/>
            <a:lstStyle/>
            <a:p>
              <a:pPr algn="ctr">
                <a:lnSpc>
                  <a:spcPts val="1980"/>
                </a:lnSpc>
              </a:pPr>
              <a:r>
                <a:rPr lang="en-US" sz="1650">
                  <a:solidFill>
                    <a:srgbClr val="FFFFFF"/>
                  </a:solidFill>
                  <a:latin typeface="Lemonade Display"/>
                  <a:ea typeface="Lemonade Display"/>
                  <a:cs typeface="Lemonade Display"/>
                  <a:sym typeface="Lemonade Display"/>
                </a:rPr>
                <a:t>LOREM</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Box 2"/>
          <p:cNvSpPr txBox="true"/>
          <p:nvPr/>
        </p:nvSpPr>
        <p:spPr>
          <a:xfrm rot="0">
            <a:off x="657120" y="1775089"/>
            <a:ext cx="6468570" cy="847963"/>
          </a:xfrm>
          <a:prstGeom prst="rect">
            <a:avLst/>
          </a:prstGeom>
        </p:spPr>
        <p:txBody>
          <a:bodyPr lIns="0" tIns="0" rIns="0" bIns="0" rtlCol="false" anchor="t">
            <a:spAutoFit/>
          </a:bodyPr>
          <a:lstStyle/>
          <a:p>
            <a:pPr algn="l">
              <a:lnSpc>
                <a:spcPts val="6975"/>
              </a:lnSpc>
            </a:pPr>
            <a:r>
              <a:rPr lang="en-US" sz="4800" b="true">
                <a:solidFill>
                  <a:srgbClr val="5678F0"/>
                </a:solidFill>
                <a:latin typeface="Arimo Bold"/>
                <a:ea typeface="Arimo Bold"/>
                <a:cs typeface="Arimo Bold"/>
                <a:sym typeface="Arimo Bold"/>
              </a:rPr>
              <a:t>Lorem Ipsum Dolor</a:t>
            </a:r>
          </a:p>
        </p:txBody>
      </p:sp>
      <p:sp>
        <p:nvSpPr>
          <p:cNvPr id="3" name="TextBox 3"/>
          <p:cNvSpPr txBox="true"/>
          <p:nvPr/>
        </p:nvSpPr>
        <p:spPr>
          <a:xfrm rot="0">
            <a:off x="657120" y="2856538"/>
            <a:ext cx="17003554" cy="398145"/>
          </a:xfrm>
          <a:prstGeom prst="rect">
            <a:avLst/>
          </a:prstGeom>
        </p:spPr>
        <p:txBody>
          <a:bodyPr lIns="0" tIns="0" rIns="0" bIns="0" rtlCol="false" anchor="t">
            <a:spAutoFit/>
          </a:bodyPr>
          <a:lstStyle/>
          <a:p>
            <a:pPr algn="l">
              <a:lnSpc>
                <a:spcPts val="3225"/>
              </a:lnSpc>
            </a:pPr>
            <a:r>
              <a:rPr lang="en-US" sz="1800">
                <a:solidFill>
                  <a:srgbClr val="303030"/>
                </a:solidFill>
                <a:latin typeface="Arimo"/>
                <a:ea typeface="Arimo"/>
                <a:cs typeface="Arimo"/>
                <a:sym typeface="Arimo"/>
              </a:rPr>
              <a:t>Lorem ipsum dolor sit amet, consectetur adipiscing elit. Sed do eiusmod tempor incididunt ut labore et dolore magna aliqua. Ut enim ad minim veniam.</a:t>
            </a:r>
          </a:p>
        </p:txBody>
      </p:sp>
      <p:grpSp>
        <p:nvGrpSpPr>
          <p:cNvPr id="4" name="Group 4"/>
          <p:cNvGrpSpPr/>
          <p:nvPr/>
        </p:nvGrpSpPr>
        <p:grpSpPr>
          <a:xfrm rot="0">
            <a:off x="686924" y="1135694"/>
            <a:ext cx="1779070" cy="467525"/>
            <a:chOff x="0" y="0"/>
            <a:chExt cx="2372093" cy="623367"/>
          </a:xfrm>
        </p:grpSpPr>
        <p:sp>
          <p:nvSpPr>
            <p:cNvPr id="5" name="Freeform 5"/>
            <p:cNvSpPr/>
            <p:nvPr/>
          </p:nvSpPr>
          <p:spPr>
            <a:xfrm rot="0" flipH="false" flipV="false">
              <a:off x="0" y="0"/>
              <a:ext cx="2372106" cy="623443"/>
            </a:xfrm>
            <a:custGeom>
              <a:avLst/>
              <a:gdLst/>
              <a:ahLst/>
              <a:cxnLst/>
              <a:rect l="l" t="t" r="r" b="b"/>
              <a:pathLst>
                <a:path w="2372106" h="623443">
                  <a:moveTo>
                    <a:pt x="0" y="260985"/>
                  </a:moveTo>
                  <a:cubicBezTo>
                    <a:pt x="0" y="116840"/>
                    <a:pt x="116840" y="0"/>
                    <a:pt x="260985" y="0"/>
                  </a:cubicBezTo>
                  <a:lnTo>
                    <a:pt x="2111121" y="0"/>
                  </a:lnTo>
                  <a:cubicBezTo>
                    <a:pt x="2255266" y="0"/>
                    <a:pt x="2372106" y="116840"/>
                    <a:pt x="2372106" y="260985"/>
                  </a:cubicBezTo>
                  <a:lnTo>
                    <a:pt x="2372106" y="362458"/>
                  </a:lnTo>
                  <a:cubicBezTo>
                    <a:pt x="2372106" y="506603"/>
                    <a:pt x="2255266" y="623443"/>
                    <a:pt x="2111121" y="623443"/>
                  </a:cubicBezTo>
                  <a:lnTo>
                    <a:pt x="260985" y="623443"/>
                  </a:lnTo>
                  <a:cubicBezTo>
                    <a:pt x="116840" y="623316"/>
                    <a:pt x="0" y="506476"/>
                    <a:pt x="0" y="362458"/>
                  </a:cubicBezTo>
                  <a:close/>
                </a:path>
              </a:pathLst>
            </a:custGeom>
            <a:solidFill>
              <a:srgbClr val="5678F0"/>
            </a:solidFill>
          </p:spPr>
        </p:sp>
        <p:sp>
          <p:nvSpPr>
            <p:cNvPr id="6" name="TextBox 6"/>
            <p:cNvSpPr txBox="true"/>
            <p:nvPr/>
          </p:nvSpPr>
          <p:spPr>
            <a:xfrm>
              <a:off x="0" y="-38100"/>
              <a:ext cx="2372093" cy="661467"/>
            </a:xfrm>
            <a:prstGeom prst="rect">
              <a:avLst/>
            </a:prstGeom>
          </p:spPr>
          <p:txBody>
            <a:bodyPr lIns="50800" tIns="50800" rIns="50800" bIns="50800" rtlCol="false" anchor="ctr"/>
            <a:lstStyle/>
            <a:p>
              <a:pPr algn="ctr">
                <a:lnSpc>
                  <a:spcPts val="1980"/>
                </a:lnSpc>
              </a:pPr>
              <a:r>
                <a:rPr lang="en-US" sz="1650">
                  <a:solidFill>
                    <a:srgbClr val="FFFFFF"/>
                  </a:solidFill>
                  <a:latin typeface="Lemonade Display"/>
                  <a:ea typeface="Lemonade Display"/>
                  <a:cs typeface="Lemonade Display"/>
                  <a:sym typeface="Lemonade Display"/>
                </a:rPr>
                <a:t>LOREM</a:t>
              </a:r>
            </a:p>
          </p:txBody>
        </p:sp>
      </p:grpSp>
      <p:grpSp>
        <p:nvGrpSpPr>
          <p:cNvPr id="7" name="Group 7"/>
          <p:cNvGrpSpPr/>
          <p:nvPr/>
        </p:nvGrpSpPr>
        <p:grpSpPr>
          <a:xfrm rot="0">
            <a:off x="686924" y="4333084"/>
            <a:ext cx="5757205" cy="3854196"/>
            <a:chOff x="0" y="0"/>
            <a:chExt cx="7676274" cy="5138928"/>
          </a:xfrm>
        </p:grpSpPr>
        <p:sp>
          <p:nvSpPr>
            <p:cNvPr id="8" name="Freeform 8" descr="Law and Justice Wallpapers - Top Free Law and Justice Backgrounds ..."/>
            <p:cNvSpPr/>
            <p:nvPr/>
          </p:nvSpPr>
          <p:spPr>
            <a:xfrm rot="0" flipH="false" flipV="false">
              <a:off x="0" y="0"/>
              <a:ext cx="7676261" cy="5138928"/>
            </a:xfrm>
            <a:custGeom>
              <a:avLst/>
              <a:gdLst/>
              <a:ahLst/>
              <a:cxnLst/>
              <a:rect l="l" t="t" r="r" b="b"/>
              <a:pathLst>
                <a:path w="7676261" h="5138928">
                  <a:moveTo>
                    <a:pt x="0" y="0"/>
                  </a:moveTo>
                  <a:lnTo>
                    <a:pt x="7676261" y="0"/>
                  </a:lnTo>
                  <a:lnTo>
                    <a:pt x="7676261" y="5138928"/>
                  </a:lnTo>
                  <a:lnTo>
                    <a:pt x="0" y="5138928"/>
                  </a:lnTo>
                  <a:lnTo>
                    <a:pt x="0" y="0"/>
                  </a:lnTo>
                  <a:close/>
                </a:path>
              </a:pathLst>
            </a:custGeom>
            <a:blipFill>
              <a:blip r:embed="rId2"/>
              <a:stretch>
                <a:fillRect l="0" t="0" r="-3" b="0"/>
              </a:stretch>
            </a:blipFill>
          </p:spPr>
        </p:sp>
      </p:grpSp>
      <p:sp>
        <p:nvSpPr>
          <p:cNvPr id="9" name="TextBox 9"/>
          <p:cNvSpPr txBox="true"/>
          <p:nvPr/>
        </p:nvSpPr>
        <p:spPr>
          <a:xfrm rot="0">
            <a:off x="7694676" y="4209259"/>
            <a:ext cx="9573768" cy="3265170"/>
          </a:xfrm>
          <a:prstGeom prst="rect">
            <a:avLst/>
          </a:prstGeom>
        </p:spPr>
        <p:txBody>
          <a:bodyPr lIns="0" tIns="0" rIns="0" bIns="0" rtlCol="false" anchor="t">
            <a:spAutoFit/>
          </a:bodyPr>
          <a:lstStyle/>
          <a:p>
            <a:pPr algn="just">
              <a:lnSpc>
                <a:spcPts val="3225"/>
              </a:lnSpc>
            </a:pPr>
            <a:r>
              <a:rPr lang="en-US" sz="1800">
                <a:solidFill>
                  <a:srgbClr val="303030"/>
                </a:solidFill>
                <a:latin typeface="Arimo"/>
                <a:ea typeface="Arimo"/>
                <a:cs typeface="Arimo"/>
                <a:sym typeface="Arimo"/>
              </a:rPr>
              <a:t>Lorem ipsum dolor sit amet, consectetur adipiscing elit. Duis aute irure dolor in reprehenderit in voluptate velit esse cillum dolore eu fugiat nulla pariatur. Excepteur sint occaecat cupidatat non proident, sunt in culpa qui officia deserunt mollit anim id est laborum.</a:t>
            </a:r>
          </a:p>
          <a:p>
            <a:pPr algn="just">
              <a:lnSpc>
                <a:spcPts val="3225"/>
              </a:lnSpc>
            </a:pPr>
          </a:p>
          <a:p>
            <a:pPr algn="just">
              <a:lnSpc>
                <a:spcPts val="3225"/>
              </a:lnSpc>
            </a:pPr>
            <a:r>
              <a:rPr lang="en-US" sz="1800">
                <a:solidFill>
                  <a:srgbClr val="303030"/>
                </a:solidFill>
                <a:latin typeface="Arimo"/>
                <a:ea typeface="Arimo"/>
                <a:cs typeface="Arimo"/>
                <a:sym typeface="Arimo"/>
              </a:rPr>
              <a:t>Lorem ipsum dolor sit amet, consectetur adipiscing elit. Duis aute irure dolor in reprehenderit in voluptate velit esse cillum dolore eu fugiat nulla pariatur. Excepteur sint occaecat cupidatat non proident, sunt in culpa qui officia deserunt mollit anim id est laborum.</a:t>
            </a:r>
          </a:p>
          <a:p>
            <a:pPr algn="just">
              <a:lnSpc>
                <a:spcPts val="3225"/>
              </a:lnSpc>
            </a:pPr>
          </a:p>
        </p:txBody>
      </p:sp>
      <p:grpSp>
        <p:nvGrpSpPr>
          <p:cNvPr id="10" name="Group 10"/>
          <p:cNvGrpSpPr/>
          <p:nvPr/>
        </p:nvGrpSpPr>
        <p:grpSpPr>
          <a:xfrm rot="0">
            <a:off x="14410944" y="1148944"/>
            <a:ext cx="2857500" cy="908561"/>
            <a:chOff x="0" y="0"/>
            <a:chExt cx="3810000" cy="1211415"/>
          </a:xfrm>
        </p:grpSpPr>
        <p:sp>
          <p:nvSpPr>
            <p:cNvPr id="11" name="Freeform 11" descr="uControlAi | LinkedIn"/>
            <p:cNvSpPr/>
            <p:nvPr/>
          </p:nvSpPr>
          <p:spPr>
            <a:xfrm rot="0" flipH="false" flipV="false">
              <a:off x="0" y="0"/>
              <a:ext cx="3810000" cy="1211453"/>
            </a:xfrm>
            <a:custGeom>
              <a:avLst/>
              <a:gdLst/>
              <a:ahLst/>
              <a:cxnLst/>
              <a:rect l="l" t="t" r="r" b="b"/>
              <a:pathLst>
                <a:path w="3810000" h="1211453">
                  <a:moveTo>
                    <a:pt x="0" y="0"/>
                  </a:moveTo>
                  <a:lnTo>
                    <a:pt x="3810000" y="0"/>
                  </a:lnTo>
                  <a:lnTo>
                    <a:pt x="3810000" y="1211453"/>
                  </a:lnTo>
                  <a:lnTo>
                    <a:pt x="0" y="1211453"/>
                  </a:lnTo>
                  <a:lnTo>
                    <a:pt x="0" y="0"/>
                  </a:lnTo>
                  <a:close/>
                </a:path>
              </a:pathLst>
            </a:custGeom>
            <a:blipFill>
              <a:blip r:embed="rId3"/>
              <a:stretch>
                <a:fillRect l="0" t="-109325" r="0" b="-105172"/>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TextBox 2"/>
          <p:cNvSpPr txBox="true"/>
          <p:nvPr/>
        </p:nvSpPr>
        <p:spPr>
          <a:xfrm rot="0">
            <a:off x="518255" y="1734636"/>
            <a:ext cx="12964525" cy="948700"/>
          </a:xfrm>
          <a:prstGeom prst="rect">
            <a:avLst/>
          </a:prstGeom>
        </p:spPr>
        <p:txBody>
          <a:bodyPr lIns="0" tIns="0" rIns="0" bIns="0" rtlCol="false" anchor="t">
            <a:spAutoFit/>
          </a:bodyPr>
          <a:lstStyle/>
          <a:p>
            <a:pPr algn="l">
              <a:lnSpc>
                <a:spcPts val="6975"/>
              </a:lnSpc>
            </a:pPr>
            <a:r>
              <a:rPr lang="en-US" sz="4800" b="true">
                <a:solidFill>
                  <a:srgbClr val="5678F0"/>
                </a:solidFill>
                <a:latin typeface="Arimo Bold"/>
                <a:ea typeface="Arimo Bold"/>
                <a:cs typeface="Arimo Bold"/>
                <a:sym typeface="Arimo Bold"/>
              </a:rPr>
              <a:t>Lorem Ipsum Dolor Sit Amet Consectetur</a:t>
            </a:r>
          </a:p>
        </p:txBody>
      </p:sp>
      <p:sp>
        <p:nvSpPr>
          <p:cNvPr id="3" name="TextBox 3"/>
          <p:cNvSpPr txBox="true"/>
          <p:nvPr/>
        </p:nvSpPr>
        <p:spPr>
          <a:xfrm rot="0">
            <a:off x="518255" y="2967190"/>
            <a:ext cx="12649105" cy="807720"/>
          </a:xfrm>
          <a:prstGeom prst="rect">
            <a:avLst/>
          </a:prstGeom>
        </p:spPr>
        <p:txBody>
          <a:bodyPr lIns="0" tIns="0" rIns="0" bIns="0" rtlCol="false" anchor="t">
            <a:spAutoFit/>
          </a:bodyPr>
          <a:lstStyle/>
          <a:p>
            <a:pPr algn="l">
              <a:lnSpc>
                <a:spcPts val="3225"/>
              </a:lnSpc>
            </a:pPr>
            <a:r>
              <a:rPr lang="en-US" sz="1800">
                <a:solidFill>
                  <a:srgbClr val="303030"/>
                </a:solidFill>
                <a:latin typeface="Arimo"/>
                <a:ea typeface="Arimo"/>
                <a:cs typeface="Arimo"/>
                <a:sym typeface="Arimo"/>
              </a:rPr>
              <a:t>Lorem ipsum dolor sit amet, consectetur adipiscing elit, sed do eiusmod tempor incididunt ut labore et dolore magna aliqua. Ut enim ad minim veniam, quis nostrud exercitation ullamco.</a:t>
            </a:r>
          </a:p>
        </p:txBody>
      </p:sp>
      <p:sp>
        <p:nvSpPr>
          <p:cNvPr id="4" name="TextBox 4"/>
          <p:cNvSpPr txBox="true"/>
          <p:nvPr/>
        </p:nvSpPr>
        <p:spPr>
          <a:xfrm rot="0">
            <a:off x="518255" y="5646849"/>
            <a:ext cx="4066804" cy="916105"/>
          </a:xfrm>
          <a:prstGeom prst="rect">
            <a:avLst/>
          </a:prstGeom>
        </p:spPr>
        <p:txBody>
          <a:bodyPr lIns="0" tIns="0" rIns="0" bIns="0" rtlCol="false" anchor="t">
            <a:spAutoFit/>
          </a:bodyPr>
          <a:lstStyle/>
          <a:p>
            <a:pPr algn="ctr">
              <a:lnSpc>
                <a:spcPts val="7725"/>
              </a:lnSpc>
            </a:pPr>
            <a:r>
              <a:rPr lang="en-US" sz="6600" b="true">
                <a:solidFill>
                  <a:srgbClr val="89C6EB"/>
                </a:solidFill>
                <a:latin typeface="Arimo Bold"/>
                <a:ea typeface="Arimo Bold"/>
                <a:cs typeface="Arimo Bold"/>
                <a:sym typeface="Arimo Bold"/>
              </a:rPr>
              <a:t>↑ Lorem</a:t>
            </a:r>
          </a:p>
        </p:txBody>
      </p:sp>
      <p:sp>
        <p:nvSpPr>
          <p:cNvPr id="5" name="TextBox 5"/>
          <p:cNvSpPr txBox="true"/>
          <p:nvPr/>
        </p:nvSpPr>
        <p:spPr>
          <a:xfrm rot="0">
            <a:off x="802196" y="6835950"/>
            <a:ext cx="3498933" cy="474355"/>
          </a:xfrm>
          <a:prstGeom prst="rect">
            <a:avLst/>
          </a:prstGeom>
        </p:spPr>
        <p:txBody>
          <a:bodyPr lIns="0" tIns="0" rIns="0" bIns="0" rtlCol="false" anchor="t">
            <a:spAutoFit/>
          </a:bodyPr>
          <a:lstStyle/>
          <a:p>
            <a:pPr algn="ctr">
              <a:lnSpc>
                <a:spcPts val="3450"/>
              </a:lnSpc>
            </a:pPr>
            <a:r>
              <a:rPr lang="en-US" sz="2400" b="true">
                <a:solidFill>
                  <a:srgbClr val="303030"/>
                </a:solidFill>
                <a:latin typeface="Arimo Bold"/>
                <a:ea typeface="Arimo Bold"/>
                <a:cs typeface="Arimo Bold"/>
                <a:sym typeface="Arimo Bold"/>
              </a:rPr>
              <a:t>Lorem Ipsum Dolor Sit</a:t>
            </a:r>
          </a:p>
        </p:txBody>
      </p:sp>
      <p:sp>
        <p:nvSpPr>
          <p:cNvPr id="6" name="TextBox 6"/>
          <p:cNvSpPr txBox="true"/>
          <p:nvPr/>
        </p:nvSpPr>
        <p:spPr>
          <a:xfrm rot="0">
            <a:off x="518255" y="7349547"/>
            <a:ext cx="4066804" cy="1626870"/>
          </a:xfrm>
          <a:prstGeom prst="rect">
            <a:avLst/>
          </a:prstGeom>
        </p:spPr>
        <p:txBody>
          <a:bodyPr lIns="0" tIns="0" rIns="0" bIns="0" rtlCol="false" anchor="t">
            <a:spAutoFit/>
          </a:bodyPr>
          <a:lstStyle/>
          <a:p>
            <a:pPr algn="ctr">
              <a:lnSpc>
                <a:spcPts val="3225"/>
              </a:lnSpc>
            </a:pPr>
            <a:r>
              <a:rPr lang="en-US" sz="1800">
                <a:solidFill>
                  <a:srgbClr val="303030"/>
                </a:solidFill>
                <a:latin typeface="Arimo"/>
                <a:ea typeface="Arimo"/>
                <a:cs typeface="Arimo"/>
                <a:sym typeface="Arimo"/>
              </a:rPr>
              <a:t>Lorem ipsum dolor sit amet, consectetur adipiscing elit, sed do eiusmod tempor incididunt ut labore et dolore magna aliqua.</a:t>
            </a:r>
          </a:p>
        </p:txBody>
      </p:sp>
      <p:sp>
        <p:nvSpPr>
          <p:cNvPr id="7" name="TextBox 7"/>
          <p:cNvSpPr txBox="true"/>
          <p:nvPr/>
        </p:nvSpPr>
        <p:spPr>
          <a:xfrm rot="0">
            <a:off x="4913100" y="5646849"/>
            <a:ext cx="4066804" cy="916105"/>
          </a:xfrm>
          <a:prstGeom prst="rect">
            <a:avLst/>
          </a:prstGeom>
        </p:spPr>
        <p:txBody>
          <a:bodyPr lIns="0" tIns="0" rIns="0" bIns="0" rtlCol="false" anchor="t">
            <a:spAutoFit/>
          </a:bodyPr>
          <a:lstStyle/>
          <a:p>
            <a:pPr algn="ctr">
              <a:lnSpc>
                <a:spcPts val="7725"/>
              </a:lnSpc>
            </a:pPr>
            <a:r>
              <a:rPr lang="en-US" sz="6600" b="true">
                <a:solidFill>
                  <a:srgbClr val="5678F0"/>
                </a:solidFill>
                <a:latin typeface="Arimo Bold"/>
                <a:ea typeface="Arimo Bold"/>
                <a:cs typeface="Arimo Bold"/>
                <a:sym typeface="Arimo Bold"/>
              </a:rPr>
              <a:t>↓ Lorem</a:t>
            </a:r>
          </a:p>
        </p:txBody>
      </p:sp>
      <p:sp>
        <p:nvSpPr>
          <p:cNvPr id="8" name="TextBox 8"/>
          <p:cNvSpPr txBox="true"/>
          <p:nvPr/>
        </p:nvSpPr>
        <p:spPr>
          <a:xfrm rot="0">
            <a:off x="4977346" y="6835950"/>
            <a:ext cx="3938149" cy="474355"/>
          </a:xfrm>
          <a:prstGeom prst="rect">
            <a:avLst/>
          </a:prstGeom>
        </p:spPr>
        <p:txBody>
          <a:bodyPr lIns="0" tIns="0" rIns="0" bIns="0" rtlCol="false" anchor="t">
            <a:spAutoFit/>
          </a:bodyPr>
          <a:lstStyle/>
          <a:p>
            <a:pPr algn="ctr">
              <a:lnSpc>
                <a:spcPts val="3450"/>
              </a:lnSpc>
            </a:pPr>
            <a:r>
              <a:rPr lang="en-US" sz="2400" b="true">
                <a:solidFill>
                  <a:srgbClr val="303030"/>
                </a:solidFill>
                <a:latin typeface="Arimo Bold"/>
                <a:ea typeface="Arimo Bold"/>
                <a:cs typeface="Arimo Bold"/>
                <a:sym typeface="Arimo Bold"/>
              </a:rPr>
              <a:t>Lorem Ipsum Dolor Amet</a:t>
            </a:r>
          </a:p>
        </p:txBody>
      </p:sp>
      <p:sp>
        <p:nvSpPr>
          <p:cNvPr id="9" name="TextBox 9"/>
          <p:cNvSpPr txBox="true"/>
          <p:nvPr/>
        </p:nvSpPr>
        <p:spPr>
          <a:xfrm rot="0">
            <a:off x="4913100" y="7349547"/>
            <a:ext cx="4066804" cy="1626870"/>
          </a:xfrm>
          <a:prstGeom prst="rect">
            <a:avLst/>
          </a:prstGeom>
        </p:spPr>
        <p:txBody>
          <a:bodyPr lIns="0" tIns="0" rIns="0" bIns="0" rtlCol="false" anchor="t">
            <a:spAutoFit/>
          </a:bodyPr>
          <a:lstStyle/>
          <a:p>
            <a:pPr algn="ctr">
              <a:lnSpc>
                <a:spcPts val="3225"/>
              </a:lnSpc>
            </a:pPr>
            <a:r>
              <a:rPr lang="en-US" sz="1800">
                <a:solidFill>
                  <a:srgbClr val="303030"/>
                </a:solidFill>
                <a:latin typeface="Arimo"/>
                <a:ea typeface="Arimo"/>
                <a:cs typeface="Arimo"/>
                <a:sym typeface="Arimo"/>
              </a:rPr>
              <a:t>Lorem ipsum dolor sit amet, consectetur adipiscing elit, sed do eiusmod tempor incididunt ut labore et dolore magna aliqua.</a:t>
            </a:r>
          </a:p>
        </p:txBody>
      </p:sp>
      <p:sp>
        <p:nvSpPr>
          <p:cNvPr id="10" name="TextBox 10"/>
          <p:cNvSpPr txBox="true"/>
          <p:nvPr/>
        </p:nvSpPr>
        <p:spPr>
          <a:xfrm rot="0">
            <a:off x="9307935" y="5646849"/>
            <a:ext cx="4066804" cy="916105"/>
          </a:xfrm>
          <a:prstGeom prst="rect">
            <a:avLst/>
          </a:prstGeom>
        </p:spPr>
        <p:txBody>
          <a:bodyPr lIns="0" tIns="0" rIns="0" bIns="0" rtlCol="false" anchor="t">
            <a:spAutoFit/>
          </a:bodyPr>
          <a:lstStyle/>
          <a:p>
            <a:pPr algn="ctr">
              <a:lnSpc>
                <a:spcPts val="7725"/>
              </a:lnSpc>
            </a:pPr>
            <a:r>
              <a:rPr lang="en-US" sz="6600" b="true">
                <a:solidFill>
                  <a:srgbClr val="948BE2"/>
                </a:solidFill>
                <a:latin typeface="Arimo Bold"/>
                <a:ea typeface="Arimo Bold"/>
                <a:cs typeface="Arimo Bold"/>
                <a:sym typeface="Arimo Bold"/>
              </a:rPr>
              <a:t>↑ Lorem</a:t>
            </a:r>
          </a:p>
        </p:txBody>
      </p:sp>
      <p:sp>
        <p:nvSpPr>
          <p:cNvPr id="11" name="TextBox 11"/>
          <p:cNvSpPr txBox="true"/>
          <p:nvPr/>
        </p:nvSpPr>
        <p:spPr>
          <a:xfrm rot="0">
            <a:off x="9372190" y="6835950"/>
            <a:ext cx="3938149" cy="474355"/>
          </a:xfrm>
          <a:prstGeom prst="rect">
            <a:avLst/>
          </a:prstGeom>
        </p:spPr>
        <p:txBody>
          <a:bodyPr lIns="0" tIns="0" rIns="0" bIns="0" rtlCol="false" anchor="t">
            <a:spAutoFit/>
          </a:bodyPr>
          <a:lstStyle/>
          <a:p>
            <a:pPr algn="ctr">
              <a:lnSpc>
                <a:spcPts val="3450"/>
              </a:lnSpc>
            </a:pPr>
            <a:r>
              <a:rPr lang="en-US" sz="2400" b="true">
                <a:solidFill>
                  <a:srgbClr val="303030"/>
                </a:solidFill>
                <a:latin typeface="Arimo Bold"/>
                <a:ea typeface="Arimo Bold"/>
                <a:cs typeface="Arimo Bold"/>
                <a:sym typeface="Arimo Bold"/>
              </a:rPr>
              <a:t>Lorem Ipsum Dolor Amet</a:t>
            </a:r>
          </a:p>
        </p:txBody>
      </p:sp>
      <p:sp>
        <p:nvSpPr>
          <p:cNvPr id="12" name="TextBox 12"/>
          <p:cNvSpPr txBox="true"/>
          <p:nvPr/>
        </p:nvSpPr>
        <p:spPr>
          <a:xfrm rot="0">
            <a:off x="9307935" y="7349547"/>
            <a:ext cx="4066804" cy="1626870"/>
          </a:xfrm>
          <a:prstGeom prst="rect">
            <a:avLst/>
          </a:prstGeom>
        </p:spPr>
        <p:txBody>
          <a:bodyPr lIns="0" tIns="0" rIns="0" bIns="0" rtlCol="false" anchor="t">
            <a:spAutoFit/>
          </a:bodyPr>
          <a:lstStyle/>
          <a:p>
            <a:pPr algn="ctr">
              <a:lnSpc>
                <a:spcPts val="3225"/>
              </a:lnSpc>
            </a:pPr>
            <a:r>
              <a:rPr lang="en-US" sz="1800">
                <a:solidFill>
                  <a:srgbClr val="303030"/>
                </a:solidFill>
                <a:latin typeface="Arimo"/>
                <a:ea typeface="Arimo"/>
                <a:cs typeface="Arimo"/>
                <a:sym typeface="Arimo"/>
              </a:rPr>
              <a:t>Lorem ipsum dolor sit amet, consectetur adipiscing elit, sed do eiusmod tempor incididunt ut labore et dolore magna aliqua.</a:t>
            </a:r>
          </a:p>
        </p:txBody>
      </p:sp>
      <p:sp>
        <p:nvSpPr>
          <p:cNvPr id="13" name="TextBox 13"/>
          <p:cNvSpPr txBox="true"/>
          <p:nvPr/>
        </p:nvSpPr>
        <p:spPr>
          <a:xfrm rot="0">
            <a:off x="13702779" y="5646849"/>
            <a:ext cx="4066965" cy="916105"/>
          </a:xfrm>
          <a:prstGeom prst="rect">
            <a:avLst/>
          </a:prstGeom>
        </p:spPr>
        <p:txBody>
          <a:bodyPr lIns="0" tIns="0" rIns="0" bIns="0" rtlCol="false" anchor="t">
            <a:spAutoFit/>
          </a:bodyPr>
          <a:lstStyle/>
          <a:p>
            <a:pPr algn="ctr">
              <a:lnSpc>
                <a:spcPts val="7725"/>
              </a:lnSpc>
            </a:pPr>
            <a:r>
              <a:rPr lang="en-US" sz="6600" b="true">
                <a:solidFill>
                  <a:srgbClr val="89C6EB"/>
                </a:solidFill>
                <a:latin typeface="Arimo Bold"/>
                <a:ea typeface="Arimo Bold"/>
                <a:cs typeface="Arimo Bold"/>
                <a:sym typeface="Arimo Bold"/>
              </a:rPr>
              <a:t>↑ Lorem</a:t>
            </a:r>
          </a:p>
        </p:txBody>
      </p:sp>
      <p:sp>
        <p:nvSpPr>
          <p:cNvPr id="14" name="TextBox 14"/>
          <p:cNvSpPr txBox="true"/>
          <p:nvPr/>
        </p:nvSpPr>
        <p:spPr>
          <a:xfrm rot="0">
            <a:off x="14095533" y="6835950"/>
            <a:ext cx="3281448" cy="474355"/>
          </a:xfrm>
          <a:prstGeom prst="rect">
            <a:avLst/>
          </a:prstGeom>
        </p:spPr>
        <p:txBody>
          <a:bodyPr lIns="0" tIns="0" rIns="0" bIns="0" rtlCol="false" anchor="t">
            <a:spAutoFit/>
          </a:bodyPr>
          <a:lstStyle/>
          <a:p>
            <a:pPr algn="ctr">
              <a:lnSpc>
                <a:spcPts val="3450"/>
              </a:lnSpc>
            </a:pPr>
            <a:r>
              <a:rPr lang="en-US" sz="2400" b="true">
                <a:solidFill>
                  <a:srgbClr val="303030"/>
                </a:solidFill>
                <a:latin typeface="Arimo Bold"/>
                <a:ea typeface="Arimo Bold"/>
                <a:cs typeface="Arimo Bold"/>
                <a:sym typeface="Arimo Bold"/>
              </a:rPr>
              <a:t>Lorem Ipsum Dolor</a:t>
            </a:r>
          </a:p>
        </p:txBody>
      </p:sp>
      <p:sp>
        <p:nvSpPr>
          <p:cNvPr id="15" name="TextBox 15"/>
          <p:cNvSpPr txBox="true"/>
          <p:nvPr/>
        </p:nvSpPr>
        <p:spPr>
          <a:xfrm rot="0">
            <a:off x="13702779" y="7349547"/>
            <a:ext cx="4066965" cy="1626870"/>
          </a:xfrm>
          <a:prstGeom prst="rect">
            <a:avLst/>
          </a:prstGeom>
        </p:spPr>
        <p:txBody>
          <a:bodyPr lIns="0" tIns="0" rIns="0" bIns="0" rtlCol="false" anchor="t">
            <a:spAutoFit/>
          </a:bodyPr>
          <a:lstStyle/>
          <a:p>
            <a:pPr algn="ctr">
              <a:lnSpc>
                <a:spcPts val="3225"/>
              </a:lnSpc>
            </a:pPr>
            <a:r>
              <a:rPr lang="en-US" sz="1800">
                <a:solidFill>
                  <a:srgbClr val="303030"/>
                </a:solidFill>
                <a:latin typeface="Arimo"/>
                <a:ea typeface="Arimo"/>
                <a:cs typeface="Arimo"/>
                <a:sym typeface="Arimo"/>
              </a:rPr>
              <a:t>Lorem ipsum dolor sit amet, consectetur adipiscing elit, sed do eiusmod tempor incididunt ut labore et dolore magna aliqua.</a:t>
            </a:r>
          </a:p>
        </p:txBody>
      </p:sp>
      <p:grpSp>
        <p:nvGrpSpPr>
          <p:cNvPr id="16" name="Group 16"/>
          <p:cNvGrpSpPr/>
          <p:nvPr/>
        </p:nvGrpSpPr>
        <p:grpSpPr>
          <a:xfrm rot="0">
            <a:off x="686924" y="1135694"/>
            <a:ext cx="1779070" cy="467525"/>
            <a:chOff x="0" y="0"/>
            <a:chExt cx="2372093" cy="623367"/>
          </a:xfrm>
        </p:grpSpPr>
        <p:sp>
          <p:nvSpPr>
            <p:cNvPr id="17" name="Freeform 17"/>
            <p:cNvSpPr/>
            <p:nvPr/>
          </p:nvSpPr>
          <p:spPr>
            <a:xfrm rot="0" flipH="false" flipV="false">
              <a:off x="0" y="0"/>
              <a:ext cx="2372106" cy="623443"/>
            </a:xfrm>
            <a:custGeom>
              <a:avLst/>
              <a:gdLst/>
              <a:ahLst/>
              <a:cxnLst/>
              <a:rect l="l" t="t" r="r" b="b"/>
              <a:pathLst>
                <a:path w="2372106" h="623443">
                  <a:moveTo>
                    <a:pt x="0" y="260985"/>
                  </a:moveTo>
                  <a:cubicBezTo>
                    <a:pt x="0" y="116840"/>
                    <a:pt x="116840" y="0"/>
                    <a:pt x="260985" y="0"/>
                  </a:cubicBezTo>
                  <a:lnTo>
                    <a:pt x="2111121" y="0"/>
                  </a:lnTo>
                  <a:cubicBezTo>
                    <a:pt x="2255266" y="0"/>
                    <a:pt x="2372106" y="116840"/>
                    <a:pt x="2372106" y="260985"/>
                  </a:cubicBezTo>
                  <a:lnTo>
                    <a:pt x="2372106" y="362458"/>
                  </a:lnTo>
                  <a:cubicBezTo>
                    <a:pt x="2372106" y="506603"/>
                    <a:pt x="2255266" y="623443"/>
                    <a:pt x="2111121" y="623443"/>
                  </a:cubicBezTo>
                  <a:lnTo>
                    <a:pt x="260985" y="623443"/>
                  </a:lnTo>
                  <a:cubicBezTo>
                    <a:pt x="116840" y="623316"/>
                    <a:pt x="0" y="506476"/>
                    <a:pt x="0" y="362458"/>
                  </a:cubicBezTo>
                  <a:close/>
                </a:path>
              </a:pathLst>
            </a:custGeom>
            <a:solidFill>
              <a:srgbClr val="5678F0"/>
            </a:solidFill>
          </p:spPr>
        </p:sp>
        <p:sp>
          <p:nvSpPr>
            <p:cNvPr id="18" name="TextBox 18"/>
            <p:cNvSpPr txBox="true"/>
            <p:nvPr/>
          </p:nvSpPr>
          <p:spPr>
            <a:xfrm>
              <a:off x="0" y="-38100"/>
              <a:ext cx="2372093" cy="661467"/>
            </a:xfrm>
            <a:prstGeom prst="rect">
              <a:avLst/>
            </a:prstGeom>
          </p:spPr>
          <p:txBody>
            <a:bodyPr lIns="50800" tIns="50800" rIns="50800" bIns="50800" rtlCol="false" anchor="ctr"/>
            <a:lstStyle/>
            <a:p>
              <a:pPr algn="ctr">
                <a:lnSpc>
                  <a:spcPts val="1980"/>
                </a:lnSpc>
              </a:pPr>
              <a:r>
                <a:rPr lang="en-US" sz="1650">
                  <a:solidFill>
                    <a:srgbClr val="FFFFFF"/>
                  </a:solidFill>
                  <a:latin typeface="Lemonade Display"/>
                  <a:ea typeface="Lemonade Display"/>
                  <a:cs typeface="Lemonade Display"/>
                  <a:sym typeface="Lemonade Display"/>
                </a:rPr>
                <a:t>LOREM</a:t>
              </a:r>
            </a:p>
          </p:txBody>
        </p:sp>
      </p:grpSp>
      <p:grpSp>
        <p:nvGrpSpPr>
          <p:cNvPr id="19" name="Group 19"/>
          <p:cNvGrpSpPr/>
          <p:nvPr/>
        </p:nvGrpSpPr>
        <p:grpSpPr>
          <a:xfrm rot="0">
            <a:off x="13964898" y="1408938"/>
            <a:ext cx="3542719" cy="2371696"/>
            <a:chOff x="0" y="0"/>
            <a:chExt cx="4723625" cy="3162262"/>
          </a:xfrm>
        </p:grpSpPr>
        <p:sp>
          <p:nvSpPr>
            <p:cNvPr id="20" name="Freeform 20" descr="Law and Justice Wallpapers - Top Free Law and Justice Backgrounds ..."/>
            <p:cNvSpPr/>
            <p:nvPr/>
          </p:nvSpPr>
          <p:spPr>
            <a:xfrm rot="0" flipH="false" flipV="false">
              <a:off x="0" y="0"/>
              <a:ext cx="4723638" cy="3162300"/>
            </a:xfrm>
            <a:custGeom>
              <a:avLst/>
              <a:gdLst/>
              <a:ahLst/>
              <a:cxnLst/>
              <a:rect l="l" t="t" r="r" b="b"/>
              <a:pathLst>
                <a:path w="4723638" h="3162300">
                  <a:moveTo>
                    <a:pt x="0" y="0"/>
                  </a:moveTo>
                  <a:lnTo>
                    <a:pt x="4723638" y="0"/>
                  </a:lnTo>
                  <a:lnTo>
                    <a:pt x="4723638" y="3162300"/>
                  </a:lnTo>
                  <a:lnTo>
                    <a:pt x="0" y="3162300"/>
                  </a:lnTo>
                  <a:lnTo>
                    <a:pt x="0" y="0"/>
                  </a:lnTo>
                  <a:close/>
                </a:path>
              </a:pathLst>
            </a:custGeom>
            <a:blipFill>
              <a:blip r:embed="rId2"/>
              <a:stretch>
                <a:fillRect l="0" t="0" r="-3" b="1"/>
              </a:stretch>
            </a:blipFill>
          </p:spPr>
        </p:sp>
      </p:gr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id="2" name="TextBox 2"/>
          <p:cNvSpPr txBox="true"/>
          <p:nvPr/>
        </p:nvSpPr>
        <p:spPr>
          <a:xfrm rot="0">
            <a:off x="585683" y="1528886"/>
            <a:ext cx="6255210" cy="635156"/>
          </a:xfrm>
          <a:prstGeom prst="rect">
            <a:avLst/>
          </a:prstGeom>
        </p:spPr>
        <p:txBody>
          <a:bodyPr lIns="0" tIns="0" rIns="0" bIns="0" rtlCol="false" anchor="t">
            <a:spAutoFit/>
          </a:bodyPr>
          <a:lstStyle/>
          <a:p>
            <a:pPr algn="l">
              <a:lnSpc>
                <a:spcPts val="6300"/>
              </a:lnSpc>
            </a:pPr>
            <a:r>
              <a:rPr lang="en-US" sz="5250" b="true">
                <a:solidFill>
                  <a:srgbClr val="5678F0"/>
                </a:solidFill>
                <a:latin typeface="Arimo Bold"/>
                <a:ea typeface="Arimo Bold"/>
                <a:cs typeface="Arimo Bold"/>
                <a:sym typeface="Arimo Bold"/>
              </a:rPr>
              <a:t>Lorem Ipsum &amp; Dolor Sit</a:t>
            </a:r>
          </a:p>
        </p:txBody>
      </p:sp>
      <p:grpSp>
        <p:nvGrpSpPr>
          <p:cNvPr id="3" name="Group 3"/>
          <p:cNvGrpSpPr/>
          <p:nvPr/>
        </p:nvGrpSpPr>
        <p:grpSpPr>
          <a:xfrm rot="0">
            <a:off x="585683" y="2538022"/>
            <a:ext cx="15673940" cy="33823"/>
            <a:chOff x="0" y="0"/>
            <a:chExt cx="20898587" cy="45098"/>
          </a:xfrm>
        </p:grpSpPr>
        <p:sp>
          <p:nvSpPr>
            <p:cNvPr id="4" name="Freeform 4"/>
            <p:cNvSpPr/>
            <p:nvPr/>
          </p:nvSpPr>
          <p:spPr>
            <a:xfrm rot="0" flipH="false" flipV="false">
              <a:off x="0" y="0"/>
              <a:ext cx="20898613" cy="45085"/>
            </a:xfrm>
            <a:custGeom>
              <a:avLst/>
              <a:gdLst/>
              <a:ahLst/>
              <a:cxnLst/>
              <a:rect l="l" t="t" r="r" b="b"/>
              <a:pathLst>
                <a:path w="20898613" h="45085">
                  <a:moveTo>
                    <a:pt x="0" y="0"/>
                  </a:moveTo>
                  <a:lnTo>
                    <a:pt x="20898613" y="0"/>
                  </a:lnTo>
                  <a:lnTo>
                    <a:pt x="20898613" y="45085"/>
                  </a:lnTo>
                  <a:lnTo>
                    <a:pt x="0" y="45085"/>
                  </a:lnTo>
                  <a:close/>
                </a:path>
              </a:pathLst>
            </a:custGeom>
            <a:solidFill>
              <a:srgbClr val="303030">
                <a:alpha val="24706"/>
              </a:srgbClr>
            </a:solidFill>
          </p:spPr>
        </p:sp>
      </p:grpSp>
      <p:sp>
        <p:nvSpPr>
          <p:cNvPr id="5" name="TextBox 5"/>
          <p:cNvSpPr txBox="true"/>
          <p:nvPr/>
        </p:nvSpPr>
        <p:spPr>
          <a:xfrm rot="0">
            <a:off x="585683" y="2700347"/>
            <a:ext cx="15743277" cy="350520"/>
          </a:xfrm>
          <a:prstGeom prst="rect">
            <a:avLst/>
          </a:prstGeom>
        </p:spPr>
        <p:txBody>
          <a:bodyPr lIns="0" tIns="0" rIns="0" bIns="0" rtlCol="false" anchor="t">
            <a:spAutoFit/>
          </a:bodyPr>
          <a:lstStyle/>
          <a:p>
            <a:pPr algn="l">
              <a:lnSpc>
                <a:spcPts val="2775"/>
              </a:lnSpc>
            </a:pPr>
            <a:r>
              <a:rPr lang="en-US" sz="1800">
                <a:solidFill>
                  <a:srgbClr val="303030"/>
                </a:solidFill>
                <a:latin typeface="Arimo"/>
                <a:ea typeface="Arimo"/>
                <a:cs typeface="Arimo"/>
                <a:sym typeface="Arimo"/>
              </a:rPr>
              <a:t>Lorem ipsum dolor sit amet, consectetur adipiscing elit. Sed do eiusmod tempor incididunt ut labore et dolore magna aliqua. Ut enim ad minim veniam, quis.</a:t>
            </a:r>
          </a:p>
        </p:txBody>
      </p:sp>
      <p:sp>
        <p:nvSpPr>
          <p:cNvPr id="6" name="TextBox 6"/>
          <p:cNvSpPr txBox="true"/>
          <p:nvPr/>
        </p:nvSpPr>
        <p:spPr>
          <a:xfrm rot="0">
            <a:off x="585683" y="3412988"/>
            <a:ext cx="3219888" cy="382915"/>
          </a:xfrm>
          <a:prstGeom prst="rect">
            <a:avLst/>
          </a:prstGeom>
        </p:spPr>
        <p:txBody>
          <a:bodyPr lIns="0" tIns="0" rIns="0" bIns="0" rtlCol="false" anchor="t">
            <a:spAutoFit/>
          </a:bodyPr>
          <a:lstStyle/>
          <a:p>
            <a:pPr algn="l">
              <a:lnSpc>
                <a:spcPts val="3750"/>
              </a:lnSpc>
            </a:pPr>
            <a:r>
              <a:rPr lang="en-US" sz="3150" b="true">
                <a:solidFill>
                  <a:srgbClr val="5678F0"/>
                </a:solidFill>
                <a:latin typeface="Arimo Bold"/>
                <a:ea typeface="Arimo Bold"/>
                <a:cs typeface="Arimo Bold"/>
                <a:sym typeface="Arimo Bold"/>
              </a:rPr>
              <a:t>Lorem Ipsum Dolor</a:t>
            </a:r>
          </a:p>
        </p:txBody>
      </p:sp>
      <p:grpSp>
        <p:nvGrpSpPr>
          <p:cNvPr id="7" name="Group 7"/>
          <p:cNvGrpSpPr/>
          <p:nvPr/>
        </p:nvGrpSpPr>
        <p:grpSpPr>
          <a:xfrm rot="0">
            <a:off x="558213" y="3974744"/>
            <a:ext cx="54940" cy="1074610"/>
            <a:chOff x="0" y="0"/>
            <a:chExt cx="73254" cy="1432814"/>
          </a:xfrm>
        </p:grpSpPr>
        <p:sp>
          <p:nvSpPr>
            <p:cNvPr id="8" name="Freeform 8"/>
            <p:cNvSpPr/>
            <p:nvPr/>
          </p:nvSpPr>
          <p:spPr>
            <a:xfrm rot="0" flipH="false" flipV="false">
              <a:off x="0" y="0"/>
              <a:ext cx="73279" cy="1432814"/>
            </a:xfrm>
            <a:custGeom>
              <a:avLst/>
              <a:gdLst/>
              <a:ahLst/>
              <a:cxnLst/>
              <a:rect l="l" t="t" r="r" b="b"/>
              <a:pathLst>
                <a:path w="73279" h="1432814">
                  <a:moveTo>
                    <a:pt x="0" y="0"/>
                  </a:moveTo>
                  <a:lnTo>
                    <a:pt x="73279" y="0"/>
                  </a:lnTo>
                  <a:lnTo>
                    <a:pt x="73279" y="1432814"/>
                  </a:lnTo>
                  <a:lnTo>
                    <a:pt x="0" y="1432814"/>
                  </a:lnTo>
                  <a:close/>
                </a:path>
              </a:pathLst>
            </a:custGeom>
            <a:solidFill>
              <a:srgbClr val="5678F0"/>
            </a:solidFill>
          </p:spPr>
        </p:sp>
      </p:grpSp>
      <p:sp>
        <p:nvSpPr>
          <p:cNvPr id="9" name="TextBox 9"/>
          <p:cNvSpPr txBox="true"/>
          <p:nvPr/>
        </p:nvSpPr>
        <p:spPr>
          <a:xfrm rot="0">
            <a:off x="855240" y="3981564"/>
            <a:ext cx="2683192" cy="322269"/>
          </a:xfrm>
          <a:prstGeom prst="rect">
            <a:avLst/>
          </a:prstGeom>
        </p:spPr>
        <p:txBody>
          <a:bodyPr lIns="0" tIns="0" rIns="0" bIns="0" rtlCol="false" anchor="t">
            <a:spAutoFit/>
          </a:bodyPr>
          <a:lstStyle/>
          <a:p>
            <a:pPr algn="l">
              <a:lnSpc>
                <a:spcPts val="3150"/>
              </a:lnSpc>
            </a:pPr>
            <a:r>
              <a:rPr lang="en-US" sz="2625" b="true">
                <a:solidFill>
                  <a:srgbClr val="303030"/>
                </a:solidFill>
                <a:latin typeface="Arimo Bold"/>
                <a:ea typeface="Arimo Bold"/>
                <a:cs typeface="Arimo Bold"/>
                <a:sym typeface="Arimo Bold"/>
              </a:rPr>
              <a:t>Lorem Ipsum</a:t>
            </a:r>
          </a:p>
        </p:txBody>
      </p:sp>
      <p:sp>
        <p:nvSpPr>
          <p:cNvPr id="10" name="TextBox 10"/>
          <p:cNvSpPr txBox="true"/>
          <p:nvPr/>
        </p:nvSpPr>
        <p:spPr>
          <a:xfrm rot="0">
            <a:off x="855240" y="4457195"/>
            <a:ext cx="7305570" cy="701040"/>
          </a:xfrm>
          <a:prstGeom prst="rect">
            <a:avLst/>
          </a:prstGeom>
        </p:spPr>
        <p:txBody>
          <a:bodyPr lIns="0" tIns="0" rIns="0" bIns="0" rtlCol="false" anchor="t">
            <a:spAutoFit/>
          </a:bodyPr>
          <a:lstStyle/>
          <a:p>
            <a:pPr algn="l">
              <a:lnSpc>
                <a:spcPts val="2775"/>
              </a:lnSpc>
            </a:pPr>
            <a:r>
              <a:rPr lang="en-US" sz="2100">
                <a:solidFill>
                  <a:srgbClr val="303030"/>
                </a:solidFill>
                <a:latin typeface="Arimo"/>
                <a:ea typeface="Arimo"/>
                <a:cs typeface="Arimo"/>
                <a:sym typeface="Arimo"/>
              </a:rPr>
              <a:t>Lorem ipsum dolor sit amet, consectetur adipiscing elit, sed do eiusmod tempor incididunt ut labore et dolore.</a:t>
            </a:r>
          </a:p>
        </p:txBody>
      </p:sp>
      <p:grpSp>
        <p:nvGrpSpPr>
          <p:cNvPr id="11" name="Group 11"/>
          <p:cNvGrpSpPr/>
          <p:nvPr/>
        </p:nvGrpSpPr>
        <p:grpSpPr>
          <a:xfrm rot="0">
            <a:off x="558213" y="5361470"/>
            <a:ext cx="54940" cy="1343473"/>
            <a:chOff x="0" y="0"/>
            <a:chExt cx="73254" cy="1791297"/>
          </a:xfrm>
        </p:grpSpPr>
        <p:sp>
          <p:nvSpPr>
            <p:cNvPr id="12" name="Freeform 12"/>
            <p:cNvSpPr/>
            <p:nvPr/>
          </p:nvSpPr>
          <p:spPr>
            <a:xfrm rot="0" flipH="false" flipV="false">
              <a:off x="0" y="0"/>
              <a:ext cx="73279" cy="1791335"/>
            </a:xfrm>
            <a:custGeom>
              <a:avLst/>
              <a:gdLst/>
              <a:ahLst/>
              <a:cxnLst/>
              <a:rect l="l" t="t" r="r" b="b"/>
              <a:pathLst>
                <a:path w="73279" h="1791335">
                  <a:moveTo>
                    <a:pt x="0" y="0"/>
                  </a:moveTo>
                  <a:lnTo>
                    <a:pt x="73279" y="0"/>
                  </a:lnTo>
                  <a:lnTo>
                    <a:pt x="73279" y="1791335"/>
                  </a:lnTo>
                  <a:lnTo>
                    <a:pt x="0" y="1791335"/>
                  </a:lnTo>
                  <a:close/>
                </a:path>
              </a:pathLst>
            </a:custGeom>
            <a:solidFill>
              <a:srgbClr val="93CEF1"/>
            </a:solidFill>
          </p:spPr>
        </p:sp>
      </p:grpSp>
      <p:sp>
        <p:nvSpPr>
          <p:cNvPr id="13" name="TextBox 13"/>
          <p:cNvSpPr txBox="true"/>
          <p:nvPr/>
        </p:nvSpPr>
        <p:spPr>
          <a:xfrm rot="0">
            <a:off x="855240" y="5368300"/>
            <a:ext cx="2683192" cy="322269"/>
          </a:xfrm>
          <a:prstGeom prst="rect">
            <a:avLst/>
          </a:prstGeom>
        </p:spPr>
        <p:txBody>
          <a:bodyPr lIns="0" tIns="0" rIns="0" bIns="0" rtlCol="false" anchor="t">
            <a:spAutoFit/>
          </a:bodyPr>
          <a:lstStyle/>
          <a:p>
            <a:pPr algn="l">
              <a:lnSpc>
                <a:spcPts val="3150"/>
              </a:lnSpc>
            </a:pPr>
            <a:r>
              <a:rPr lang="en-US" sz="2625" b="true">
                <a:solidFill>
                  <a:srgbClr val="303030"/>
                </a:solidFill>
                <a:latin typeface="Arimo Bold"/>
                <a:ea typeface="Arimo Bold"/>
                <a:cs typeface="Arimo Bold"/>
                <a:sym typeface="Arimo Bold"/>
              </a:rPr>
              <a:t>Dolor Sit Amet</a:t>
            </a:r>
          </a:p>
        </p:txBody>
      </p:sp>
      <p:sp>
        <p:nvSpPr>
          <p:cNvPr id="14" name="TextBox 14"/>
          <p:cNvSpPr txBox="true"/>
          <p:nvPr/>
        </p:nvSpPr>
        <p:spPr>
          <a:xfrm rot="0">
            <a:off x="855240" y="5843930"/>
            <a:ext cx="7305570" cy="1053465"/>
          </a:xfrm>
          <a:prstGeom prst="rect">
            <a:avLst/>
          </a:prstGeom>
        </p:spPr>
        <p:txBody>
          <a:bodyPr lIns="0" tIns="0" rIns="0" bIns="0" rtlCol="false" anchor="t">
            <a:spAutoFit/>
          </a:bodyPr>
          <a:lstStyle/>
          <a:p>
            <a:pPr algn="l">
              <a:lnSpc>
                <a:spcPts val="2775"/>
              </a:lnSpc>
            </a:pPr>
            <a:r>
              <a:rPr lang="en-US" sz="2100">
                <a:solidFill>
                  <a:srgbClr val="303030"/>
                </a:solidFill>
                <a:latin typeface="Arimo"/>
                <a:ea typeface="Arimo"/>
                <a:cs typeface="Arimo"/>
                <a:sym typeface="Arimo"/>
              </a:rPr>
              <a:t>Lorem ipsum dolor sit amet, consectetur adipiscing elit, sed do eiusmod tempor incididunt ut labore et dolore magna aliqua. Ut enim ad minim veniam, quis nostrud exercitation.</a:t>
            </a:r>
          </a:p>
        </p:txBody>
      </p:sp>
      <p:grpSp>
        <p:nvGrpSpPr>
          <p:cNvPr id="15" name="Group 15"/>
          <p:cNvGrpSpPr/>
          <p:nvPr/>
        </p:nvGrpSpPr>
        <p:grpSpPr>
          <a:xfrm rot="0">
            <a:off x="558213" y="7017058"/>
            <a:ext cx="54940" cy="1343473"/>
            <a:chOff x="0" y="0"/>
            <a:chExt cx="73254" cy="1791297"/>
          </a:xfrm>
        </p:grpSpPr>
        <p:sp>
          <p:nvSpPr>
            <p:cNvPr id="16" name="Freeform 16"/>
            <p:cNvSpPr/>
            <p:nvPr/>
          </p:nvSpPr>
          <p:spPr>
            <a:xfrm rot="0" flipH="false" flipV="false">
              <a:off x="0" y="0"/>
              <a:ext cx="73279" cy="1791335"/>
            </a:xfrm>
            <a:custGeom>
              <a:avLst/>
              <a:gdLst/>
              <a:ahLst/>
              <a:cxnLst/>
              <a:rect l="l" t="t" r="r" b="b"/>
              <a:pathLst>
                <a:path w="73279" h="1791335">
                  <a:moveTo>
                    <a:pt x="0" y="0"/>
                  </a:moveTo>
                  <a:lnTo>
                    <a:pt x="73279" y="0"/>
                  </a:lnTo>
                  <a:lnTo>
                    <a:pt x="73279" y="1791335"/>
                  </a:lnTo>
                  <a:lnTo>
                    <a:pt x="0" y="1791335"/>
                  </a:lnTo>
                  <a:close/>
                </a:path>
              </a:pathLst>
            </a:custGeom>
            <a:solidFill>
              <a:srgbClr val="948BE2"/>
            </a:solidFill>
          </p:spPr>
        </p:sp>
      </p:grpSp>
      <p:sp>
        <p:nvSpPr>
          <p:cNvPr id="17" name="TextBox 17"/>
          <p:cNvSpPr txBox="true"/>
          <p:nvPr/>
        </p:nvSpPr>
        <p:spPr>
          <a:xfrm rot="0">
            <a:off x="855240" y="7023887"/>
            <a:ext cx="3035894" cy="322269"/>
          </a:xfrm>
          <a:prstGeom prst="rect">
            <a:avLst/>
          </a:prstGeom>
        </p:spPr>
        <p:txBody>
          <a:bodyPr lIns="0" tIns="0" rIns="0" bIns="0" rtlCol="false" anchor="t">
            <a:spAutoFit/>
          </a:bodyPr>
          <a:lstStyle/>
          <a:p>
            <a:pPr algn="l">
              <a:lnSpc>
                <a:spcPts val="3150"/>
              </a:lnSpc>
            </a:pPr>
            <a:r>
              <a:rPr lang="en-US" sz="2625" b="true">
                <a:solidFill>
                  <a:srgbClr val="303030"/>
                </a:solidFill>
                <a:latin typeface="Arimo Bold"/>
                <a:ea typeface="Arimo Bold"/>
                <a:cs typeface="Arimo Bold"/>
                <a:sym typeface="Arimo Bold"/>
              </a:rPr>
              <a:t>Consectetur Adipiscing</a:t>
            </a:r>
          </a:p>
        </p:txBody>
      </p:sp>
      <p:sp>
        <p:nvSpPr>
          <p:cNvPr id="18" name="TextBox 18"/>
          <p:cNvSpPr txBox="true"/>
          <p:nvPr/>
        </p:nvSpPr>
        <p:spPr>
          <a:xfrm rot="0">
            <a:off x="855240" y="7499518"/>
            <a:ext cx="7305570" cy="1053465"/>
          </a:xfrm>
          <a:prstGeom prst="rect">
            <a:avLst/>
          </a:prstGeom>
        </p:spPr>
        <p:txBody>
          <a:bodyPr lIns="0" tIns="0" rIns="0" bIns="0" rtlCol="false" anchor="t">
            <a:spAutoFit/>
          </a:bodyPr>
          <a:lstStyle/>
          <a:p>
            <a:pPr algn="l">
              <a:lnSpc>
                <a:spcPts val="2775"/>
              </a:lnSpc>
            </a:pPr>
            <a:r>
              <a:rPr lang="en-US" sz="2100">
                <a:solidFill>
                  <a:srgbClr val="303030"/>
                </a:solidFill>
                <a:latin typeface="Arimo"/>
                <a:ea typeface="Arimo"/>
                <a:cs typeface="Arimo"/>
                <a:sym typeface="Arimo"/>
              </a:rPr>
              <a:t>Lorem ipsum dolor sit amet, consectetur adipiscing elit, sed do eiusmod tempor incididunt ut labore et dolore magna aliqua. Ut enim ad minim veniam, quis nostrud.</a:t>
            </a:r>
          </a:p>
        </p:txBody>
      </p:sp>
      <p:sp>
        <p:nvSpPr>
          <p:cNvPr id="19" name="TextBox 19"/>
          <p:cNvSpPr txBox="true"/>
          <p:nvPr/>
        </p:nvSpPr>
        <p:spPr>
          <a:xfrm rot="0">
            <a:off x="8693639" y="3412988"/>
            <a:ext cx="3433801" cy="382915"/>
          </a:xfrm>
          <a:prstGeom prst="rect">
            <a:avLst/>
          </a:prstGeom>
        </p:spPr>
        <p:txBody>
          <a:bodyPr lIns="0" tIns="0" rIns="0" bIns="0" rtlCol="false" anchor="t">
            <a:spAutoFit/>
          </a:bodyPr>
          <a:lstStyle/>
          <a:p>
            <a:pPr algn="l">
              <a:lnSpc>
                <a:spcPts val="3750"/>
              </a:lnSpc>
            </a:pPr>
            <a:r>
              <a:rPr lang="en-US" sz="3150" b="true">
                <a:solidFill>
                  <a:srgbClr val="5678F0"/>
                </a:solidFill>
                <a:latin typeface="Arimo Bold"/>
                <a:ea typeface="Arimo Bold"/>
                <a:cs typeface="Arimo Bold"/>
                <a:sym typeface="Arimo Bold"/>
              </a:rPr>
              <a:t>Lorem Ipsum Dolor Sit</a:t>
            </a:r>
          </a:p>
        </p:txBody>
      </p:sp>
      <p:grpSp>
        <p:nvGrpSpPr>
          <p:cNvPr id="20" name="Group 20"/>
          <p:cNvGrpSpPr/>
          <p:nvPr/>
        </p:nvGrpSpPr>
        <p:grpSpPr>
          <a:xfrm rot="0">
            <a:off x="8666169" y="3974744"/>
            <a:ext cx="54940" cy="1074610"/>
            <a:chOff x="0" y="0"/>
            <a:chExt cx="73254" cy="1432814"/>
          </a:xfrm>
        </p:grpSpPr>
        <p:sp>
          <p:nvSpPr>
            <p:cNvPr id="21" name="Freeform 21"/>
            <p:cNvSpPr/>
            <p:nvPr/>
          </p:nvSpPr>
          <p:spPr>
            <a:xfrm rot="0" flipH="false" flipV="false">
              <a:off x="0" y="0"/>
              <a:ext cx="73279" cy="1432814"/>
            </a:xfrm>
            <a:custGeom>
              <a:avLst/>
              <a:gdLst/>
              <a:ahLst/>
              <a:cxnLst/>
              <a:rect l="l" t="t" r="r" b="b"/>
              <a:pathLst>
                <a:path w="73279" h="1432814">
                  <a:moveTo>
                    <a:pt x="0" y="0"/>
                  </a:moveTo>
                  <a:lnTo>
                    <a:pt x="73279" y="0"/>
                  </a:lnTo>
                  <a:lnTo>
                    <a:pt x="73279" y="1432814"/>
                  </a:lnTo>
                  <a:lnTo>
                    <a:pt x="0" y="1432814"/>
                  </a:lnTo>
                  <a:close/>
                </a:path>
              </a:pathLst>
            </a:custGeom>
            <a:solidFill>
              <a:srgbClr val="5678F0"/>
            </a:solidFill>
          </p:spPr>
        </p:sp>
      </p:grpSp>
      <p:sp>
        <p:nvSpPr>
          <p:cNvPr id="22" name="TextBox 22"/>
          <p:cNvSpPr txBox="true"/>
          <p:nvPr/>
        </p:nvSpPr>
        <p:spPr>
          <a:xfrm rot="0">
            <a:off x="8963206" y="3981564"/>
            <a:ext cx="2683192" cy="322269"/>
          </a:xfrm>
          <a:prstGeom prst="rect">
            <a:avLst/>
          </a:prstGeom>
        </p:spPr>
        <p:txBody>
          <a:bodyPr lIns="0" tIns="0" rIns="0" bIns="0" rtlCol="false" anchor="t">
            <a:spAutoFit/>
          </a:bodyPr>
          <a:lstStyle/>
          <a:p>
            <a:pPr algn="l">
              <a:lnSpc>
                <a:spcPts val="3150"/>
              </a:lnSpc>
            </a:pPr>
            <a:r>
              <a:rPr lang="en-US" sz="2625" b="true">
                <a:solidFill>
                  <a:srgbClr val="303030"/>
                </a:solidFill>
                <a:latin typeface="Arimo Bold"/>
                <a:ea typeface="Arimo Bold"/>
                <a:cs typeface="Arimo Bold"/>
                <a:sym typeface="Arimo Bold"/>
              </a:rPr>
              <a:t>Sed Do Eiusmod</a:t>
            </a:r>
          </a:p>
        </p:txBody>
      </p:sp>
      <p:sp>
        <p:nvSpPr>
          <p:cNvPr id="23" name="TextBox 23"/>
          <p:cNvSpPr txBox="true"/>
          <p:nvPr/>
        </p:nvSpPr>
        <p:spPr>
          <a:xfrm rot="0">
            <a:off x="8963206" y="4457195"/>
            <a:ext cx="7305570" cy="701040"/>
          </a:xfrm>
          <a:prstGeom prst="rect">
            <a:avLst/>
          </a:prstGeom>
        </p:spPr>
        <p:txBody>
          <a:bodyPr lIns="0" tIns="0" rIns="0" bIns="0" rtlCol="false" anchor="t">
            <a:spAutoFit/>
          </a:bodyPr>
          <a:lstStyle/>
          <a:p>
            <a:pPr algn="l">
              <a:lnSpc>
                <a:spcPts val="2775"/>
              </a:lnSpc>
            </a:pPr>
            <a:r>
              <a:rPr lang="en-US" sz="2100">
                <a:solidFill>
                  <a:srgbClr val="303030"/>
                </a:solidFill>
                <a:latin typeface="Arimo"/>
                <a:ea typeface="Arimo"/>
                <a:cs typeface="Arimo"/>
                <a:sym typeface="Arimo"/>
              </a:rPr>
              <a:t>Lorem ipsum dolor sit amet, consectetur adipiscing elit, sed do eiusmod tempor incididunt ut labore et dolore.</a:t>
            </a:r>
          </a:p>
        </p:txBody>
      </p:sp>
      <p:grpSp>
        <p:nvGrpSpPr>
          <p:cNvPr id="24" name="Group 24"/>
          <p:cNvGrpSpPr/>
          <p:nvPr/>
        </p:nvGrpSpPr>
        <p:grpSpPr>
          <a:xfrm rot="0">
            <a:off x="8666169" y="5361470"/>
            <a:ext cx="54940" cy="1074610"/>
            <a:chOff x="0" y="0"/>
            <a:chExt cx="73254" cy="1432814"/>
          </a:xfrm>
        </p:grpSpPr>
        <p:sp>
          <p:nvSpPr>
            <p:cNvPr id="25" name="Freeform 25"/>
            <p:cNvSpPr/>
            <p:nvPr/>
          </p:nvSpPr>
          <p:spPr>
            <a:xfrm rot="0" flipH="false" flipV="false">
              <a:off x="0" y="0"/>
              <a:ext cx="73279" cy="1432814"/>
            </a:xfrm>
            <a:custGeom>
              <a:avLst/>
              <a:gdLst/>
              <a:ahLst/>
              <a:cxnLst/>
              <a:rect l="l" t="t" r="r" b="b"/>
              <a:pathLst>
                <a:path w="73279" h="1432814">
                  <a:moveTo>
                    <a:pt x="0" y="0"/>
                  </a:moveTo>
                  <a:lnTo>
                    <a:pt x="73279" y="0"/>
                  </a:lnTo>
                  <a:lnTo>
                    <a:pt x="73279" y="1432814"/>
                  </a:lnTo>
                  <a:lnTo>
                    <a:pt x="0" y="1432814"/>
                  </a:lnTo>
                  <a:close/>
                </a:path>
              </a:pathLst>
            </a:custGeom>
            <a:solidFill>
              <a:srgbClr val="93CEF1"/>
            </a:solidFill>
          </p:spPr>
        </p:sp>
      </p:grpSp>
      <p:sp>
        <p:nvSpPr>
          <p:cNvPr id="26" name="TextBox 26"/>
          <p:cNvSpPr txBox="true"/>
          <p:nvPr/>
        </p:nvSpPr>
        <p:spPr>
          <a:xfrm rot="0">
            <a:off x="8963206" y="5368300"/>
            <a:ext cx="2683192" cy="322269"/>
          </a:xfrm>
          <a:prstGeom prst="rect">
            <a:avLst/>
          </a:prstGeom>
        </p:spPr>
        <p:txBody>
          <a:bodyPr lIns="0" tIns="0" rIns="0" bIns="0" rtlCol="false" anchor="t">
            <a:spAutoFit/>
          </a:bodyPr>
          <a:lstStyle/>
          <a:p>
            <a:pPr algn="l">
              <a:lnSpc>
                <a:spcPts val="3150"/>
              </a:lnSpc>
            </a:pPr>
            <a:r>
              <a:rPr lang="en-US" sz="2625" b="true">
                <a:solidFill>
                  <a:srgbClr val="303030"/>
                </a:solidFill>
                <a:latin typeface="Arimo Bold"/>
                <a:ea typeface="Arimo Bold"/>
                <a:cs typeface="Arimo Bold"/>
                <a:sym typeface="Arimo Bold"/>
              </a:rPr>
              <a:t>Tempor Incididunt</a:t>
            </a:r>
          </a:p>
        </p:txBody>
      </p:sp>
      <p:sp>
        <p:nvSpPr>
          <p:cNvPr id="27" name="TextBox 27"/>
          <p:cNvSpPr txBox="true"/>
          <p:nvPr/>
        </p:nvSpPr>
        <p:spPr>
          <a:xfrm rot="0">
            <a:off x="8963206" y="5843930"/>
            <a:ext cx="7305570" cy="701040"/>
          </a:xfrm>
          <a:prstGeom prst="rect">
            <a:avLst/>
          </a:prstGeom>
        </p:spPr>
        <p:txBody>
          <a:bodyPr lIns="0" tIns="0" rIns="0" bIns="0" rtlCol="false" anchor="t">
            <a:spAutoFit/>
          </a:bodyPr>
          <a:lstStyle/>
          <a:p>
            <a:pPr algn="l">
              <a:lnSpc>
                <a:spcPts val="2775"/>
              </a:lnSpc>
            </a:pPr>
            <a:r>
              <a:rPr lang="en-US" sz="2100">
                <a:solidFill>
                  <a:srgbClr val="303030"/>
                </a:solidFill>
                <a:latin typeface="Arimo"/>
                <a:ea typeface="Arimo"/>
                <a:cs typeface="Arimo"/>
                <a:sym typeface="Arimo"/>
              </a:rPr>
              <a:t>Lorem ipsum dolor sit amet, consectetur adipiscing elit, sed do eiusmod tempor incididunt ut labore et dolore magna.</a:t>
            </a:r>
          </a:p>
        </p:txBody>
      </p:sp>
      <p:grpSp>
        <p:nvGrpSpPr>
          <p:cNvPr id="28" name="Group 28"/>
          <p:cNvGrpSpPr/>
          <p:nvPr/>
        </p:nvGrpSpPr>
        <p:grpSpPr>
          <a:xfrm rot="0">
            <a:off x="8666169" y="6748205"/>
            <a:ext cx="54940" cy="1074610"/>
            <a:chOff x="0" y="0"/>
            <a:chExt cx="73254" cy="1432814"/>
          </a:xfrm>
        </p:grpSpPr>
        <p:sp>
          <p:nvSpPr>
            <p:cNvPr id="29" name="Freeform 29"/>
            <p:cNvSpPr/>
            <p:nvPr/>
          </p:nvSpPr>
          <p:spPr>
            <a:xfrm rot="0" flipH="false" flipV="false">
              <a:off x="0" y="0"/>
              <a:ext cx="73279" cy="1432814"/>
            </a:xfrm>
            <a:custGeom>
              <a:avLst/>
              <a:gdLst/>
              <a:ahLst/>
              <a:cxnLst/>
              <a:rect l="l" t="t" r="r" b="b"/>
              <a:pathLst>
                <a:path w="73279" h="1432814">
                  <a:moveTo>
                    <a:pt x="0" y="0"/>
                  </a:moveTo>
                  <a:lnTo>
                    <a:pt x="73279" y="0"/>
                  </a:lnTo>
                  <a:lnTo>
                    <a:pt x="73279" y="1432814"/>
                  </a:lnTo>
                  <a:lnTo>
                    <a:pt x="0" y="1432814"/>
                  </a:lnTo>
                  <a:close/>
                </a:path>
              </a:pathLst>
            </a:custGeom>
            <a:solidFill>
              <a:srgbClr val="948BE2"/>
            </a:solidFill>
          </p:spPr>
        </p:sp>
      </p:grpSp>
      <p:sp>
        <p:nvSpPr>
          <p:cNvPr id="30" name="TextBox 30"/>
          <p:cNvSpPr txBox="true"/>
          <p:nvPr/>
        </p:nvSpPr>
        <p:spPr>
          <a:xfrm rot="0">
            <a:off x="8963206" y="6755025"/>
            <a:ext cx="2683192" cy="322269"/>
          </a:xfrm>
          <a:prstGeom prst="rect">
            <a:avLst/>
          </a:prstGeom>
        </p:spPr>
        <p:txBody>
          <a:bodyPr lIns="0" tIns="0" rIns="0" bIns="0" rtlCol="false" anchor="t">
            <a:spAutoFit/>
          </a:bodyPr>
          <a:lstStyle/>
          <a:p>
            <a:pPr algn="l">
              <a:lnSpc>
                <a:spcPts val="3150"/>
              </a:lnSpc>
            </a:pPr>
            <a:r>
              <a:rPr lang="en-US" sz="2625" b="true">
                <a:solidFill>
                  <a:srgbClr val="303030"/>
                </a:solidFill>
                <a:latin typeface="Arimo Bold"/>
                <a:ea typeface="Arimo Bold"/>
                <a:cs typeface="Arimo Bold"/>
                <a:sym typeface="Arimo Bold"/>
              </a:rPr>
              <a:t>Labore Et Dolore</a:t>
            </a:r>
          </a:p>
        </p:txBody>
      </p:sp>
      <p:sp>
        <p:nvSpPr>
          <p:cNvPr id="31" name="TextBox 31"/>
          <p:cNvSpPr txBox="true"/>
          <p:nvPr/>
        </p:nvSpPr>
        <p:spPr>
          <a:xfrm rot="0">
            <a:off x="8963206" y="7230656"/>
            <a:ext cx="7305570" cy="701040"/>
          </a:xfrm>
          <a:prstGeom prst="rect">
            <a:avLst/>
          </a:prstGeom>
        </p:spPr>
        <p:txBody>
          <a:bodyPr lIns="0" tIns="0" rIns="0" bIns="0" rtlCol="false" anchor="t">
            <a:spAutoFit/>
          </a:bodyPr>
          <a:lstStyle/>
          <a:p>
            <a:pPr algn="l">
              <a:lnSpc>
                <a:spcPts val="2775"/>
              </a:lnSpc>
            </a:pPr>
            <a:r>
              <a:rPr lang="en-US" sz="2100">
                <a:solidFill>
                  <a:srgbClr val="303030"/>
                </a:solidFill>
                <a:latin typeface="Arimo"/>
                <a:ea typeface="Arimo"/>
                <a:cs typeface="Arimo"/>
                <a:sym typeface="Arimo"/>
              </a:rPr>
              <a:t>Lorem ipsum dolor sit amet, consectetur adipiscing elit, sed do eiusmod tempor incididunt.</a:t>
            </a:r>
          </a:p>
        </p:txBody>
      </p:sp>
      <p:grpSp>
        <p:nvGrpSpPr>
          <p:cNvPr id="32" name="Group 32"/>
          <p:cNvGrpSpPr/>
          <p:nvPr/>
        </p:nvGrpSpPr>
        <p:grpSpPr>
          <a:xfrm rot="0">
            <a:off x="613153" y="946585"/>
            <a:ext cx="1779070" cy="467525"/>
            <a:chOff x="0" y="0"/>
            <a:chExt cx="2372093" cy="623367"/>
          </a:xfrm>
        </p:grpSpPr>
        <p:sp>
          <p:nvSpPr>
            <p:cNvPr id="33" name="Freeform 33"/>
            <p:cNvSpPr/>
            <p:nvPr/>
          </p:nvSpPr>
          <p:spPr>
            <a:xfrm rot="0" flipH="false" flipV="false">
              <a:off x="0" y="0"/>
              <a:ext cx="2372106" cy="623443"/>
            </a:xfrm>
            <a:custGeom>
              <a:avLst/>
              <a:gdLst/>
              <a:ahLst/>
              <a:cxnLst/>
              <a:rect l="l" t="t" r="r" b="b"/>
              <a:pathLst>
                <a:path w="2372106" h="623443">
                  <a:moveTo>
                    <a:pt x="0" y="260985"/>
                  </a:moveTo>
                  <a:cubicBezTo>
                    <a:pt x="0" y="116840"/>
                    <a:pt x="116840" y="0"/>
                    <a:pt x="260985" y="0"/>
                  </a:cubicBezTo>
                  <a:lnTo>
                    <a:pt x="2111121" y="0"/>
                  </a:lnTo>
                  <a:cubicBezTo>
                    <a:pt x="2255266" y="0"/>
                    <a:pt x="2372106" y="116840"/>
                    <a:pt x="2372106" y="260985"/>
                  </a:cubicBezTo>
                  <a:lnTo>
                    <a:pt x="2372106" y="362458"/>
                  </a:lnTo>
                  <a:cubicBezTo>
                    <a:pt x="2372106" y="506603"/>
                    <a:pt x="2255266" y="623443"/>
                    <a:pt x="2111121" y="623443"/>
                  </a:cubicBezTo>
                  <a:lnTo>
                    <a:pt x="260985" y="623443"/>
                  </a:lnTo>
                  <a:cubicBezTo>
                    <a:pt x="116840" y="623316"/>
                    <a:pt x="0" y="506476"/>
                    <a:pt x="0" y="362458"/>
                  </a:cubicBezTo>
                  <a:close/>
                </a:path>
              </a:pathLst>
            </a:custGeom>
            <a:solidFill>
              <a:srgbClr val="5678F0"/>
            </a:solidFill>
          </p:spPr>
        </p:sp>
        <p:sp>
          <p:nvSpPr>
            <p:cNvPr id="34" name="TextBox 34"/>
            <p:cNvSpPr txBox="true"/>
            <p:nvPr/>
          </p:nvSpPr>
          <p:spPr>
            <a:xfrm>
              <a:off x="0" y="-38100"/>
              <a:ext cx="2372093" cy="661467"/>
            </a:xfrm>
            <a:prstGeom prst="rect">
              <a:avLst/>
            </a:prstGeom>
          </p:spPr>
          <p:txBody>
            <a:bodyPr lIns="50800" tIns="50800" rIns="50800" bIns="50800" rtlCol="false" anchor="ctr"/>
            <a:lstStyle/>
            <a:p>
              <a:pPr algn="ctr">
                <a:lnSpc>
                  <a:spcPts val="1980"/>
                </a:lnSpc>
              </a:pPr>
              <a:r>
                <a:rPr lang="en-US" sz="1650">
                  <a:solidFill>
                    <a:srgbClr val="FFFFFF"/>
                  </a:solidFill>
                  <a:latin typeface="Lemonade Display"/>
                  <a:ea typeface="Lemonade Display"/>
                  <a:cs typeface="Lemonade Display"/>
                  <a:sym typeface="Lemonade Display"/>
                </a:rPr>
                <a:t>LOREM</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id="2" name="Group 2"/>
          <p:cNvGrpSpPr/>
          <p:nvPr/>
        </p:nvGrpSpPr>
        <p:grpSpPr>
          <a:xfrm rot="0">
            <a:off x="-2181" y="2505"/>
            <a:ext cx="18290181" cy="10300459"/>
            <a:chOff x="0" y="0"/>
            <a:chExt cx="24386908" cy="13733945"/>
          </a:xfrm>
        </p:grpSpPr>
        <p:sp>
          <p:nvSpPr>
            <p:cNvPr id="3" name="Freeform 3"/>
            <p:cNvSpPr/>
            <p:nvPr/>
          </p:nvSpPr>
          <p:spPr>
            <a:xfrm rot="0" flipH="false" flipV="false">
              <a:off x="0" y="0"/>
              <a:ext cx="24386921" cy="13733907"/>
            </a:xfrm>
            <a:custGeom>
              <a:avLst/>
              <a:gdLst/>
              <a:ahLst/>
              <a:cxnLst/>
              <a:rect l="l" t="t" r="r" b="b"/>
              <a:pathLst>
                <a:path w="24386921" h="13733907">
                  <a:moveTo>
                    <a:pt x="0" y="0"/>
                  </a:moveTo>
                  <a:lnTo>
                    <a:pt x="24386921" y="0"/>
                  </a:lnTo>
                  <a:lnTo>
                    <a:pt x="24386921" y="13733907"/>
                  </a:lnTo>
                  <a:lnTo>
                    <a:pt x="0" y="13733907"/>
                  </a:lnTo>
                  <a:lnTo>
                    <a:pt x="0" y="0"/>
                  </a:lnTo>
                  <a:close/>
                </a:path>
              </a:pathLst>
            </a:custGeom>
            <a:blipFill>
              <a:blip r:embed="rId2"/>
              <a:stretch>
                <a:fillRect l="-450" t="0" r="-450" b="0"/>
              </a:stretch>
            </a:blipFill>
          </p:spPr>
        </p:sp>
      </p:grpSp>
      <p:sp>
        <p:nvSpPr>
          <p:cNvPr id="4" name="TextBox 4"/>
          <p:cNvSpPr txBox="true"/>
          <p:nvPr/>
        </p:nvSpPr>
        <p:spPr>
          <a:xfrm rot="0">
            <a:off x="839895" y="1895999"/>
            <a:ext cx="8259689" cy="935041"/>
          </a:xfrm>
          <a:prstGeom prst="rect">
            <a:avLst/>
          </a:prstGeom>
        </p:spPr>
        <p:txBody>
          <a:bodyPr lIns="0" tIns="0" rIns="0" bIns="0" rtlCol="false" anchor="t">
            <a:spAutoFit/>
          </a:bodyPr>
          <a:lstStyle/>
          <a:p>
            <a:pPr algn="l">
              <a:lnSpc>
                <a:spcPts val="6975"/>
              </a:lnSpc>
            </a:pPr>
            <a:r>
              <a:rPr lang="en-US" sz="4800" b="true">
                <a:solidFill>
                  <a:srgbClr val="000000"/>
                </a:solidFill>
                <a:latin typeface="Arimo Bold"/>
                <a:ea typeface="Arimo Bold"/>
                <a:cs typeface="Arimo Bold"/>
                <a:sym typeface="Arimo Bold"/>
              </a:rPr>
              <a:t>Consectetur Adipiscing Elit</a:t>
            </a:r>
          </a:p>
        </p:txBody>
      </p:sp>
      <p:sp>
        <p:nvSpPr>
          <p:cNvPr id="5" name="TextBox 5"/>
          <p:cNvSpPr txBox="true"/>
          <p:nvPr/>
        </p:nvSpPr>
        <p:spPr>
          <a:xfrm rot="0">
            <a:off x="839895" y="3108055"/>
            <a:ext cx="16608219" cy="807720"/>
          </a:xfrm>
          <a:prstGeom prst="rect">
            <a:avLst/>
          </a:prstGeom>
        </p:spPr>
        <p:txBody>
          <a:bodyPr lIns="0" tIns="0" rIns="0" bIns="0" rtlCol="false" anchor="t">
            <a:spAutoFit/>
          </a:bodyPr>
          <a:lstStyle/>
          <a:p>
            <a:pPr algn="l">
              <a:lnSpc>
                <a:spcPts val="3225"/>
              </a:lnSpc>
            </a:pPr>
            <a:r>
              <a:rPr lang="en-US" sz="1800">
                <a:solidFill>
                  <a:srgbClr val="303030"/>
                </a:solidFill>
                <a:latin typeface="Arimo"/>
                <a:ea typeface="Arimo"/>
                <a:cs typeface="Arimo"/>
                <a:sym typeface="Arimo"/>
              </a:rPr>
              <a:t>Lorem ipsum dolor sit amet, consectetur adipiscing elit. Sed do eiusmod tempor incididunt ut labore et dolore magna aliqua. Ut enim ad minim veniam, quis nostrud exercitation ullamco laboris nisi ut aliquip ex ea commodo consequat.</a:t>
            </a:r>
          </a:p>
        </p:txBody>
      </p:sp>
      <p:grpSp>
        <p:nvGrpSpPr>
          <p:cNvPr id="6" name="Group 6"/>
          <p:cNvGrpSpPr/>
          <p:nvPr/>
        </p:nvGrpSpPr>
        <p:grpSpPr>
          <a:xfrm rot="0">
            <a:off x="839895" y="4280640"/>
            <a:ext cx="1263510" cy="1336415"/>
            <a:chOff x="0" y="0"/>
            <a:chExt cx="1684680" cy="1781886"/>
          </a:xfrm>
        </p:grpSpPr>
        <p:sp>
          <p:nvSpPr>
            <p:cNvPr id="7" name="Freeform 7" descr="preencoded.png"/>
            <p:cNvSpPr/>
            <p:nvPr/>
          </p:nvSpPr>
          <p:spPr>
            <a:xfrm rot="0" flipH="false" flipV="false">
              <a:off x="0" y="0"/>
              <a:ext cx="1684655" cy="1781937"/>
            </a:xfrm>
            <a:custGeom>
              <a:avLst/>
              <a:gdLst/>
              <a:ahLst/>
              <a:cxnLst/>
              <a:rect l="l" t="t" r="r" b="b"/>
              <a:pathLst>
                <a:path w="1684655" h="1781937">
                  <a:moveTo>
                    <a:pt x="0" y="0"/>
                  </a:moveTo>
                  <a:lnTo>
                    <a:pt x="1684655" y="0"/>
                  </a:lnTo>
                  <a:lnTo>
                    <a:pt x="1684655" y="1781937"/>
                  </a:lnTo>
                  <a:lnTo>
                    <a:pt x="0" y="1781937"/>
                  </a:lnTo>
                  <a:lnTo>
                    <a:pt x="0" y="0"/>
                  </a:lnTo>
                  <a:close/>
                </a:path>
              </a:pathLst>
            </a:custGeom>
            <a:blipFill>
              <a:blip r:embed="rId3"/>
              <a:stretch>
                <a:fillRect l="-2885" t="0" r="-2886" b="2"/>
              </a:stretch>
            </a:blipFill>
          </p:spPr>
        </p:sp>
      </p:grpSp>
      <p:sp>
        <p:nvSpPr>
          <p:cNvPr id="8" name="TextBox 8"/>
          <p:cNvSpPr txBox="true"/>
          <p:nvPr/>
        </p:nvSpPr>
        <p:spPr>
          <a:xfrm rot="0">
            <a:off x="2355990" y="4213965"/>
            <a:ext cx="3159090" cy="467516"/>
          </a:xfrm>
          <a:prstGeom prst="rect">
            <a:avLst/>
          </a:prstGeom>
        </p:spPr>
        <p:txBody>
          <a:bodyPr lIns="0" tIns="0" rIns="0" bIns="0" rtlCol="false" anchor="t">
            <a:spAutoFit/>
          </a:bodyPr>
          <a:lstStyle/>
          <a:p>
            <a:pPr algn="l">
              <a:lnSpc>
                <a:spcPts val="3450"/>
              </a:lnSpc>
            </a:pPr>
            <a:r>
              <a:rPr lang="en-US" sz="2400" b="true">
                <a:solidFill>
                  <a:srgbClr val="303030"/>
                </a:solidFill>
                <a:latin typeface="Arimo Bold"/>
                <a:ea typeface="Arimo Bold"/>
                <a:cs typeface="Arimo Bold"/>
                <a:sym typeface="Arimo Bold"/>
              </a:rPr>
              <a:t>Lorem Ipsum</a:t>
            </a:r>
          </a:p>
        </p:txBody>
      </p:sp>
      <p:sp>
        <p:nvSpPr>
          <p:cNvPr id="9" name="TextBox 9"/>
          <p:cNvSpPr txBox="true"/>
          <p:nvPr/>
        </p:nvSpPr>
        <p:spPr>
          <a:xfrm rot="0">
            <a:off x="2355990" y="4717999"/>
            <a:ext cx="15092124" cy="398145"/>
          </a:xfrm>
          <a:prstGeom prst="rect">
            <a:avLst/>
          </a:prstGeom>
        </p:spPr>
        <p:txBody>
          <a:bodyPr lIns="0" tIns="0" rIns="0" bIns="0" rtlCol="false" anchor="t">
            <a:spAutoFit/>
          </a:bodyPr>
          <a:lstStyle/>
          <a:p>
            <a:pPr algn="l">
              <a:lnSpc>
                <a:spcPts val="3225"/>
              </a:lnSpc>
            </a:pPr>
            <a:r>
              <a:rPr lang="en-US" sz="1800">
                <a:solidFill>
                  <a:srgbClr val="303030"/>
                </a:solidFill>
                <a:latin typeface="Arimo"/>
                <a:ea typeface="Arimo"/>
                <a:cs typeface="Arimo"/>
                <a:sym typeface="Arimo"/>
              </a:rPr>
              <a:t>Lorem ipsum dolor sit amet, consectetur adipiscing elit. Sed do eiusmod tempor incididunt ut labore et dolore magna.</a:t>
            </a:r>
          </a:p>
        </p:txBody>
      </p:sp>
      <p:grpSp>
        <p:nvGrpSpPr>
          <p:cNvPr id="10" name="Group 10"/>
          <p:cNvGrpSpPr/>
          <p:nvPr/>
        </p:nvGrpSpPr>
        <p:grpSpPr>
          <a:xfrm rot="0">
            <a:off x="839895" y="5884174"/>
            <a:ext cx="1263510" cy="1336415"/>
            <a:chOff x="0" y="0"/>
            <a:chExt cx="1684680" cy="1781886"/>
          </a:xfrm>
        </p:grpSpPr>
        <p:sp>
          <p:nvSpPr>
            <p:cNvPr id="11" name="Freeform 11" descr="preencoded.png"/>
            <p:cNvSpPr/>
            <p:nvPr/>
          </p:nvSpPr>
          <p:spPr>
            <a:xfrm rot="0" flipH="false" flipV="false">
              <a:off x="0" y="0"/>
              <a:ext cx="1684655" cy="1781937"/>
            </a:xfrm>
            <a:custGeom>
              <a:avLst/>
              <a:gdLst/>
              <a:ahLst/>
              <a:cxnLst/>
              <a:rect l="l" t="t" r="r" b="b"/>
              <a:pathLst>
                <a:path w="1684655" h="1781937">
                  <a:moveTo>
                    <a:pt x="0" y="0"/>
                  </a:moveTo>
                  <a:lnTo>
                    <a:pt x="1684655" y="0"/>
                  </a:lnTo>
                  <a:lnTo>
                    <a:pt x="1684655" y="1781937"/>
                  </a:lnTo>
                  <a:lnTo>
                    <a:pt x="0" y="1781937"/>
                  </a:lnTo>
                  <a:lnTo>
                    <a:pt x="0" y="0"/>
                  </a:lnTo>
                  <a:close/>
                </a:path>
              </a:pathLst>
            </a:custGeom>
            <a:blipFill>
              <a:blip r:embed="rId4"/>
              <a:stretch>
                <a:fillRect l="-2885" t="0" r="-2886" b="2"/>
              </a:stretch>
            </a:blipFill>
          </p:spPr>
        </p:sp>
      </p:grpSp>
      <p:sp>
        <p:nvSpPr>
          <p:cNvPr id="12" name="TextBox 12"/>
          <p:cNvSpPr txBox="true"/>
          <p:nvPr/>
        </p:nvSpPr>
        <p:spPr>
          <a:xfrm rot="0">
            <a:off x="2355990" y="5817499"/>
            <a:ext cx="3159090" cy="467516"/>
          </a:xfrm>
          <a:prstGeom prst="rect">
            <a:avLst/>
          </a:prstGeom>
        </p:spPr>
        <p:txBody>
          <a:bodyPr lIns="0" tIns="0" rIns="0" bIns="0" rtlCol="false" anchor="t">
            <a:spAutoFit/>
          </a:bodyPr>
          <a:lstStyle/>
          <a:p>
            <a:pPr algn="l">
              <a:lnSpc>
                <a:spcPts val="3450"/>
              </a:lnSpc>
            </a:pPr>
            <a:r>
              <a:rPr lang="en-US" sz="2400" b="true">
                <a:solidFill>
                  <a:srgbClr val="303030"/>
                </a:solidFill>
                <a:latin typeface="Arimo Bold"/>
                <a:ea typeface="Arimo Bold"/>
                <a:cs typeface="Arimo Bold"/>
                <a:sym typeface="Arimo Bold"/>
              </a:rPr>
              <a:t>Dolor Sit Amet</a:t>
            </a:r>
          </a:p>
        </p:txBody>
      </p:sp>
      <p:sp>
        <p:nvSpPr>
          <p:cNvPr id="13" name="TextBox 13"/>
          <p:cNvSpPr txBox="true"/>
          <p:nvPr/>
        </p:nvSpPr>
        <p:spPr>
          <a:xfrm rot="0">
            <a:off x="2355990" y="6321533"/>
            <a:ext cx="15092124" cy="398145"/>
          </a:xfrm>
          <a:prstGeom prst="rect">
            <a:avLst/>
          </a:prstGeom>
        </p:spPr>
        <p:txBody>
          <a:bodyPr lIns="0" tIns="0" rIns="0" bIns="0" rtlCol="false" anchor="t">
            <a:spAutoFit/>
          </a:bodyPr>
          <a:lstStyle/>
          <a:p>
            <a:pPr algn="l">
              <a:lnSpc>
                <a:spcPts val="3225"/>
              </a:lnSpc>
            </a:pPr>
            <a:r>
              <a:rPr lang="en-US" sz="1800">
                <a:solidFill>
                  <a:srgbClr val="303030"/>
                </a:solidFill>
                <a:latin typeface="Arimo"/>
                <a:ea typeface="Arimo"/>
                <a:cs typeface="Arimo"/>
                <a:sym typeface="Arimo"/>
              </a:rPr>
              <a:t>Lorem ipsum dolor sit amet, consectetur adipiscing elit. Sed do eiusmod tempor incididunt ut labore et dolore magna.</a:t>
            </a:r>
          </a:p>
        </p:txBody>
      </p:sp>
      <p:grpSp>
        <p:nvGrpSpPr>
          <p:cNvPr id="14" name="Group 14"/>
          <p:cNvGrpSpPr/>
          <p:nvPr/>
        </p:nvGrpSpPr>
        <p:grpSpPr>
          <a:xfrm rot="0">
            <a:off x="839895" y="7487707"/>
            <a:ext cx="1263510" cy="1336415"/>
            <a:chOff x="0" y="0"/>
            <a:chExt cx="1684680" cy="1781886"/>
          </a:xfrm>
        </p:grpSpPr>
        <p:sp>
          <p:nvSpPr>
            <p:cNvPr id="15" name="Freeform 15" descr="preencoded.png"/>
            <p:cNvSpPr/>
            <p:nvPr/>
          </p:nvSpPr>
          <p:spPr>
            <a:xfrm rot="0" flipH="false" flipV="false">
              <a:off x="0" y="0"/>
              <a:ext cx="1684655" cy="1781937"/>
            </a:xfrm>
            <a:custGeom>
              <a:avLst/>
              <a:gdLst/>
              <a:ahLst/>
              <a:cxnLst/>
              <a:rect l="l" t="t" r="r" b="b"/>
              <a:pathLst>
                <a:path w="1684655" h="1781937">
                  <a:moveTo>
                    <a:pt x="0" y="0"/>
                  </a:moveTo>
                  <a:lnTo>
                    <a:pt x="1684655" y="0"/>
                  </a:lnTo>
                  <a:lnTo>
                    <a:pt x="1684655" y="1781937"/>
                  </a:lnTo>
                  <a:lnTo>
                    <a:pt x="0" y="1781937"/>
                  </a:lnTo>
                  <a:lnTo>
                    <a:pt x="0" y="0"/>
                  </a:lnTo>
                  <a:close/>
                </a:path>
              </a:pathLst>
            </a:custGeom>
            <a:blipFill>
              <a:blip r:embed="rId5"/>
              <a:stretch>
                <a:fillRect l="-2885" t="0" r="-2886" b="2"/>
              </a:stretch>
            </a:blipFill>
          </p:spPr>
        </p:sp>
      </p:grpSp>
      <p:sp>
        <p:nvSpPr>
          <p:cNvPr id="16" name="TextBox 16"/>
          <p:cNvSpPr txBox="true"/>
          <p:nvPr/>
        </p:nvSpPr>
        <p:spPr>
          <a:xfrm rot="0">
            <a:off x="2355990" y="7421032"/>
            <a:ext cx="3159090" cy="467516"/>
          </a:xfrm>
          <a:prstGeom prst="rect">
            <a:avLst/>
          </a:prstGeom>
        </p:spPr>
        <p:txBody>
          <a:bodyPr lIns="0" tIns="0" rIns="0" bIns="0" rtlCol="false" anchor="t">
            <a:spAutoFit/>
          </a:bodyPr>
          <a:lstStyle/>
          <a:p>
            <a:pPr algn="l">
              <a:lnSpc>
                <a:spcPts val="3450"/>
              </a:lnSpc>
            </a:pPr>
            <a:r>
              <a:rPr lang="en-US" sz="2400" b="true">
                <a:solidFill>
                  <a:srgbClr val="303030"/>
                </a:solidFill>
                <a:latin typeface="Arimo Bold"/>
                <a:ea typeface="Arimo Bold"/>
                <a:cs typeface="Arimo Bold"/>
                <a:sym typeface="Arimo Bold"/>
              </a:rPr>
              <a:t>Consectetur Elit</a:t>
            </a:r>
          </a:p>
        </p:txBody>
      </p:sp>
      <p:sp>
        <p:nvSpPr>
          <p:cNvPr id="17" name="TextBox 17"/>
          <p:cNvSpPr txBox="true"/>
          <p:nvPr/>
        </p:nvSpPr>
        <p:spPr>
          <a:xfrm rot="0">
            <a:off x="2355990" y="7925067"/>
            <a:ext cx="15092124" cy="398145"/>
          </a:xfrm>
          <a:prstGeom prst="rect">
            <a:avLst/>
          </a:prstGeom>
        </p:spPr>
        <p:txBody>
          <a:bodyPr lIns="0" tIns="0" rIns="0" bIns="0" rtlCol="false" anchor="t">
            <a:spAutoFit/>
          </a:bodyPr>
          <a:lstStyle/>
          <a:p>
            <a:pPr algn="l">
              <a:lnSpc>
                <a:spcPts val="3225"/>
              </a:lnSpc>
            </a:pPr>
            <a:r>
              <a:rPr lang="en-US" sz="1800">
                <a:solidFill>
                  <a:srgbClr val="303030"/>
                </a:solidFill>
                <a:latin typeface="Arimo"/>
                <a:ea typeface="Arimo"/>
                <a:cs typeface="Arimo"/>
                <a:sym typeface="Arimo"/>
              </a:rPr>
              <a:t>Lorem ipsum dolor sit amet, consectetur adipiscing elit. Sed do eiusmod tempor incididunt ut labore et dolore magna.</a:t>
            </a:r>
          </a:p>
        </p:txBody>
      </p:sp>
      <p:grpSp>
        <p:nvGrpSpPr>
          <p:cNvPr id="18" name="Group 18"/>
          <p:cNvGrpSpPr/>
          <p:nvPr/>
        </p:nvGrpSpPr>
        <p:grpSpPr>
          <a:xfrm rot="0">
            <a:off x="839895" y="1247899"/>
            <a:ext cx="1779070" cy="467525"/>
            <a:chOff x="0" y="0"/>
            <a:chExt cx="2372093" cy="623367"/>
          </a:xfrm>
        </p:grpSpPr>
        <p:sp>
          <p:nvSpPr>
            <p:cNvPr id="19" name="Freeform 19"/>
            <p:cNvSpPr/>
            <p:nvPr/>
          </p:nvSpPr>
          <p:spPr>
            <a:xfrm rot="0" flipH="false" flipV="false">
              <a:off x="0" y="0"/>
              <a:ext cx="2372106" cy="623443"/>
            </a:xfrm>
            <a:custGeom>
              <a:avLst/>
              <a:gdLst/>
              <a:ahLst/>
              <a:cxnLst/>
              <a:rect l="l" t="t" r="r" b="b"/>
              <a:pathLst>
                <a:path w="2372106" h="623443">
                  <a:moveTo>
                    <a:pt x="0" y="260985"/>
                  </a:moveTo>
                  <a:cubicBezTo>
                    <a:pt x="0" y="116840"/>
                    <a:pt x="116840" y="0"/>
                    <a:pt x="260985" y="0"/>
                  </a:cubicBezTo>
                  <a:lnTo>
                    <a:pt x="2111121" y="0"/>
                  </a:lnTo>
                  <a:cubicBezTo>
                    <a:pt x="2255266" y="0"/>
                    <a:pt x="2372106" y="116840"/>
                    <a:pt x="2372106" y="260985"/>
                  </a:cubicBezTo>
                  <a:lnTo>
                    <a:pt x="2372106" y="362458"/>
                  </a:lnTo>
                  <a:cubicBezTo>
                    <a:pt x="2372106" y="506603"/>
                    <a:pt x="2255266" y="623443"/>
                    <a:pt x="2111121" y="623443"/>
                  </a:cubicBezTo>
                  <a:lnTo>
                    <a:pt x="260985" y="623443"/>
                  </a:lnTo>
                  <a:cubicBezTo>
                    <a:pt x="116840" y="623316"/>
                    <a:pt x="0" y="506476"/>
                    <a:pt x="0" y="362458"/>
                  </a:cubicBezTo>
                  <a:close/>
                </a:path>
              </a:pathLst>
            </a:custGeom>
            <a:solidFill>
              <a:srgbClr val="5678F0"/>
            </a:solidFill>
          </p:spPr>
        </p:sp>
        <p:sp>
          <p:nvSpPr>
            <p:cNvPr id="20" name="TextBox 20"/>
            <p:cNvSpPr txBox="true"/>
            <p:nvPr/>
          </p:nvSpPr>
          <p:spPr>
            <a:xfrm>
              <a:off x="0" y="-38100"/>
              <a:ext cx="2372093" cy="661467"/>
            </a:xfrm>
            <a:prstGeom prst="rect">
              <a:avLst/>
            </a:prstGeom>
          </p:spPr>
          <p:txBody>
            <a:bodyPr lIns="50800" tIns="50800" rIns="50800" bIns="50800" rtlCol="false" anchor="ctr"/>
            <a:lstStyle/>
            <a:p>
              <a:pPr algn="ctr">
                <a:lnSpc>
                  <a:spcPts val="1980"/>
                </a:lnSpc>
              </a:pPr>
              <a:r>
                <a:rPr lang="en-US" sz="1650">
                  <a:solidFill>
                    <a:srgbClr val="FFFFFF"/>
                  </a:solidFill>
                  <a:latin typeface="Lemonade Display"/>
                  <a:ea typeface="Lemonade Display"/>
                  <a:cs typeface="Lemonade Display"/>
                  <a:sym typeface="Lemonade Display"/>
                </a:rPr>
                <a:t>LOREM</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DAHGLQhx3A8</dc:identifier>
  <dcterms:modified xsi:type="dcterms:W3CDTF">2011-08-01T06:04:30Z</dcterms:modified>
  <cp:revision>1</cp:revision>
  <dc:title>Présentation1.pptx</dc:title>
</cp:coreProperties>
</file>